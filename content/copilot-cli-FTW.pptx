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4" r:id="rId1"/>
  </p:sldMasterIdLst>
  <p:notesMasterIdLst>
    <p:notesMasterId r:id="rId29"/>
  </p:notesMasterIdLst>
  <p:sldIdLst>
    <p:sldId id="679" r:id="rId2"/>
    <p:sldId id="269" r:id="rId3"/>
    <p:sldId id="732" r:id="rId4"/>
    <p:sldId id="2147470914" r:id="rId5"/>
    <p:sldId id="330" r:id="rId6"/>
    <p:sldId id="2147470949" r:id="rId7"/>
    <p:sldId id="265" r:id="rId8"/>
    <p:sldId id="266" r:id="rId9"/>
    <p:sldId id="267" r:id="rId10"/>
    <p:sldId id="2147470951" r:id="rId11"/>
    <p:sldId id="2147470950" r:id="rId12"/>
    <p:sldId id="270" r:id="rId13"/>
    <p:sldId id="271" r:id="rId14"/>
    <p:sldId id="258" r:id="rId15"/>
    <p:sldId id="2147470921" r:id="rId16"/>
    <p:sldId id="2147470923" r:id="rId17"/>
    <p:sldId id="257" r:id="rId18"/>
    <p:sldId id="259" r:id="rId19"/>
    <p:sldId id="260" r:id="rId20"/>
    <p:sldId id="2147470915" r:id="rId21"/>
    <p:sldId id="261" r:id="rId22"/>
    <p:sldId id="262" r:id="rId23"/>
    <p:sldId id="715" r:id="rId24"/>
    <p:sldId id="2147470931" r:id="rId25"/>
    <p:sldId id="761" r:id="rId26"/>
    <p:sldId id="264" r:id="rId27"/>
    <p:sldId id="2147470948" r:id="rId28"/>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11520" userDrawn="1">
          <p15:clr>
            <a:srgbClr val="A4A3A4"/>
          </p15:clr>
        </p15:guide>
        <p15:guide id="3" orient="horz" userDrawn="1">
          <p15:clr>
            <a:srgbClr val="A4A3A4"/>
          </p15:clr>
        </p15:guide>
        <p15:guide id="4" orient="horz" pos="64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8BF1A6"/>
    <a:srgbClr val="08872B"/>
    <a:srgbClr val="FFFFFF"/>
    <a:srgbClr val="058896"/>
    <a:srgbClr val="101A38"/>
    <a:srgbClr val="070B1F"/>
    <a:srgbClr val="2B1959"/>
    <a:srgbClr val="0E2444"/>
    <a:srgbClr val="2435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501" autoAdjust="0"/>
    <p:restoredTop sz="79947" autoAdjust="0"/>
  </p:normalViewPr>
  <p:slideViewPr>
    <p:cSldViewPr snapToGrid="0">
      <p:cViewPr>
        <p:scale>
          <a:sx n="66" d="100"/>
          <a:sy n="66" d="100"/>
        </p:scale>
        <p:origin x="32" y="-904"/>
      </p:cViewPr>
      <p:guideLst>
        <p:guide/>
        <p:guide pos="11520"/>
        <p:guide orient="horz"/>
        <p:guide orient="horz" pos="64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everyone to GitHub Copilot Dev Days.  My name is (Insert name),  and I’m so excited to be here this is just one of hundreds of global events that GitHub and the  development community partnered with to show off the latest and greatest and agentic development with GitHub Copilot.</a:t>
            </a:r>
          </a:p>
        </p:txBody>
      </p:sp>
      <p:sp>
        <p:nvSpPr>
          <p:cNvPr id="4" name="Slide Number Placeholder 3"/>
          <p:cNvSpPr>
            <a:spLocks noGrp="1"/>
          </p:cNvSpPr>
          <p:nvPr>
            <p:ph type="sldNum" sz="quarter" idx="5"/>
          </p:nvPr>
        </p:nvSpPr>
        <p:spPr/>
        <p:txBody>
          <a:bodyPr/>
          <a:lstStyle/>
          <a:p>
            <a:fld id="{813E318D-D634-447D-804D-1A35DED75EBD}" type="slidenum">
              <a:rPr lang="en-US" smtClean="0"/>
              <a:t>1</a:t>
            </a:fld>
            <a:endParaRPr lang="en-US"/>
          </a:p>
        </p:txBody>
      </p:sp>
    </p:spTree>
    <p:extLst>
      <p:ext uri="{BB962C8B-B14F-4D97-AF65-F5344CB8AC3E}">
        <p14:creationId xmlns:p14="http://schemas.microsoft.com/office/powerpoint/2010/main" val="3850135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currently 78 different :Copilots. I’m going to talk about GitHub Copilot CLI [click]</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524290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This is the “official” list from Microsoft for their “core features,” but it is really just scratching the surface. For quite a while now I’ve been all in on using Copilot Cli, logging between 6 to 8 hours everyday. Technically I’m using running multiple instances at the same time, so it is a real productivity multiplier for me.</a:t>
            </a:r>
          </a:p>
        </p:txBody>
      </p:sp>
      <p:sp>
        <p:nvSpPr>
          <p:cNvPr id="4" name="Slide Number Placeholder 3"/>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7386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get up copilot CLI is available across windows Mac and Linux you can install it with common tools like </a:t>
            </a:r>
            <a:r>
              <a:rPr lang="en-US" dirty="0" err="1"/>
              <a:t>winget</a:t>
            </a:r>
            <a:r>
              <a:rPr lang="en-US" dirty="0"/>
              <a:t> or homebrew and of course you can install it with NPM as well.  Once you have it installed the CLI will automatically update or you can run copilot update and check for updates manually</a:t>
            </a:r>
          </a:p>
        </p:txBody>
      </p:sp>
      <p:sp>
        <p:nvSpPr>
          <p:cNvPr id="4" name="Slide Number Placeholder 3"/>
          <p:cNvSpPr>
            <a:spLocks noGrp="1"/>
          </p:cNvSpPr>
          <p:nvPr>
            <p:ph type="sldNum" sz="quarter" idx="5"/>
          </p:nvPr>
        </p:nvSpPr>
        <p:spPr/>
        <p:txBody>
          <a:bodyPr/>
          <a:lstStyle/>
          <a:p>
            <a:fld id="{813E318D-D634-447D-804D-1A35DED75EBD}" type="slidenum">
              <a:rPr lang="en-US" smtClean="0"/>
              <a:t>4</a:t>
            </a:fld>
            <a:endParaRPr lang="en-US"/>
          </a:p>
        </p:txBody>
      </p:sp>
    </p:spTree>
    <p:extLst>
      <p:ext uri="{BB962C8B-B14F-4D97-AF65-F5344CB8AC3E}">
        <p14:creationId xmlns:p14="http://schemas.microsoft.com/office/powerpoint/2010/main" val="1709757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CC903-1DA1-D605-A688-0EA10A77B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43261-B271-5010-F524-3406457C3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C85BC0-7F22-3399-D2F9-9F64B6C99F35}"/>
              </a:ext>
            </a:extLst>
          </p:cNvPr>
          <p:cNvSpPr>
            <a:spLocks noGrp="1"/>
          </p:cNvSpPr>
          <p:nvPr>
            <p:ph type="body" idx="1"/>
          </p:nvPr>
        </p:nvSpPr>
        <p:spPr/>
        <p:txBody>
          <a:bodyPr/>
          <a:lstStyle/>
          <a:p>
            <a:r>
              <a:rPr lang="en-US" dirty="0"/>
              <a:t> it can work directly in an interactive mode by just typing in copilot and that's going to allow you to interact with your mouse and keyboard just as you would with any terminal. But you can also run it completely and non interactive mode and that’s really great for automating pipelines or running scripts for example.  And then finally there’s a server mode which actually exposes a JSON RPC port and this is actually heavily used with the GitHub copilot SDK which I mentioned a little bit previously in the opening but definitely is worth going deeper into later on</a:t>
            </a:r>
          </a:p>
        </p:txBody>
      </p:sp>
      <p:sp>
        <p:nvSpPr>
          <p:cNvPr id="4" name="Slide Number Placeholder 3">
            <a:extLst>
              <a:ext uri="{FF2B5EF4-FFF2-40B4-BE49-F238E27FC236}">
                <a16:creationId xmlns:a16="http://schemas.microsoft.com/office/drawing/2014/main" id="{237546A6-52A9-2AE7-850A-040CA34FF36C}"/>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14828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argue that you should go with CLI FTW. It is nice that you can use it all these different places, but I do 90% of my AL work in CLI. Technically the SDK or using a model directly is more powerful and flexible, but that has a significant jump in effort. So CLI is the sweet spot.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143184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mental model for the rest of the talk.</a:t>
            </a:r>
          </a:p>
          <a:p>
            <a:endParaRPr/>
          </a:p>
          <a:p>
            <a:r>
              <a:t>Mode controls initiative. Sandbox controls where the agent may act. Tools control what actions the model can take. Skills encode a repeatable way of working. Agents bundle role, instructions, tools, and sometimes skills into a selectable profile.</a:t>
            </a:r>
          </a:p>
          <a:p>
            <a:endParaRPr/>
          </a:p>
          <a:p>
            <a:r>
              <a:t>The key message: behavior is not just a model choice. The operating envelope around the model matters just as much.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thing that you'll use all the time inside of the CLI are slash commands these are things such as switching the agent or model that you want to use going into and out of plan mode or review agent and loading up skills or doing a diff for example.  This is just a subset of them there are so many being added all the time to handle different scenarios when working in the CLI</a:t>
            </a:r>
          </a:p>
        </p:txBody>
      </p:sp>
      <p:sp>
        <p:nvSpPr>
          <p:cNvPr id="4" name="Slide Number Placeholder 3"/>
          <p:cNvSpPr>
            <a:spLocks noGrp="1"/>
          </p:cNvSpPr>
          <p:nvPr>
            <p:ph type="sldNum" sz="quarter" idx="5"/>
          </p:nvPr>
        </p:nvSpPr>
        <p:spPr/>
        <p:txBody>
          <a:bodyPr/>
          <a:lstStyle/>
          <a:p>
            <a:fld id="{813E318D-D634-447D-804D-1A35DED75EBD}" type="slidenum">
              <a:rPr lang="en-US" smtClean="0"/>
              <a:t>15</a:t>
            </a:fld>
            <a:endParaRPr lang="en-US"/>
          </a:p>
        </p:txBody>
      </p:sp>
    </p:spTree>
    <p:extLst>
      <p:ext uri="{BB962C8B-B14F-4D97-AF65-F5344CB8AC3E}">
        <p14:creationId xmlns:p14="http://schemas.microsoft.com/office/powerpoint/2010/main" val="3265548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another thing that you can do is specifically mention code files that you may want to be working on directly inside of a specific prompt and you can even give it images by dragging and dropping it or pasting it in directly into the CLI and then it can use vision API to understand that image and of course it can read those files directly it’s a nice way to guide the agent into what you need to have done</a:t>
            </a:r>
          </a:p>
        </p:txBody>
      </p:sp>
      <p:sp>
        <p:nvSpPr>
          <p:cNvPr id="4" name="Slide Number Placeholder 3"/>
          <p:cNvSpPr>
            <a:spLocks noGrp="1"/>
          </p:cNvSpPr>
          <p:nvPr>
            <p:ph type="sldNum" sz="quarter" idx="5"/>
          </p:nvPr>
        </p:nvSpPr>
        <p:spPr/>
        <p:txBody>
          <a:bodyPr/>
          <a:lstStyle/>
          <a:p>
            <a:fld id="{813E318D-D634-447D-804D-1A35DED75EBD}" type="slidenum">
              <a:rPr lang="en-US" smtClean="0"/>
              <a:t>16</a:t>
            </a:fld>
            <a:endParaRPr lang="en-US"/>
          </a:p>
        </p:txBody>
      </p:sp>
    </p:spTree>
    <p:extLst>
      <p:ext uri="{BB962C8B-B14F-4D97-AF65-F5344CB8AC3E}">
        <p14:creationId xmlns:p14="http://schemas.microsoft.com/office/powerpoint/2010/main" val="831102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three driving modes.</a:t>
            </a:r>
          </a:p>
          <a:p>
            <a:endParaRPr/>
          </a:p>
          <a:p>
            <a:r>
              <a:t>Plan mode is for thinking before touching files. Use it when the task is ambiguous, architectural, risky, or when you want the audience to see the reasoning path.</a:t>
            </a:r>
          </a:p>
          <a:p>
            <a:endParaRPr/>
          </a:p>
          <a:p>
            <a:r>
              <a:t>Normal or standard mode is the pair-programming loop. The agent works, but you keep approving and steering at natural checkpoints.</a:t>
            </a:r>
          </a:p>
          <a:p>
            <a:endParaRPr/>
          </a:p>
          <a:p>
            <a:r>
              <a:t>Autopilot is for scoped tasks where the guardrails are already clear. It keeps continuing instead of pausing after each step. The important line is that autopilot is not a substitute for boundaries; it works best when the sandbox and tools are chosen deliberately.</a:t>
            </a:r>
          </a:p>
          <a:p>
            <a:endParaRPr/>
          </a:p>
          <a:p>
            <a:r>
              <a:t>Keyboard anchor: Shift+Tab cycles between standard, plan, and autopilot mode in the interactive interface.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Sandboxing is the blast radius dial.</a:t>
            </a:r>
          </a:p>
          <a:p>
            <a:endParaRPr/>
          </a:p>
          <a:p>
            <a:r>
              <a:t>In a conservative setup, keep the agent close to the repository and require approvals for broader actions. Then widen only what the task needs: add a directory, allow specific tools, allow URLs or domains, or temporarily use allow-all for a trusted environment.</a:t>
            </a:r>
          </a:p>
          <a:p>
            <a:endParaRPr/>
          </a:p>
          <a:p>
            <a:r>
              <a:t>Talk track: autonomy is safest when the boundary is explicit. If the job is review-only, use a narrow surface. If the job is a local feature implementation, workspace write access plus test commands may be right. If the job needs network or external services, make those permissions deliberate.</a:t>
            </a:r>
          </a:p>
          <a:p>
            <a:endParaRPr/>
          </a:p>
          <a:p>
            <a:r>
              <a:t>Useful controls include /add-dir, /list-dirs, --add-dir, --allow-all-paths, --allow-url, --deny-url, --allow-tool, --deny-tool, --available-tools, --excluded-tools, /allow-all, and /reset-allowed-tools.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Tools are the agent's hands.</a:t>
            </a:r>
          </a:p>
          <a:p>
            <a:endParaRPr/>
          </a:p>
          <a:p>
            <a:r>
              <a:t>The model can reason about a task, but tools decide whether it can read files, edit files, run shell commands, call GitHub, use MCP servers, or run tests. Enabling a tool expands capability and risk at the same time.</a:t>
            </a:r>
          </a:p>
          <a:p>
            <a:endParaRPr/>
          </a:p>
          <a:p>
            <a:r>
              <a:t>This slide is a good place to say: disabling tools is not a limitation. It is how you match the agent to the mission profile. A reviewer should not need the same tools as a feature implementer. A docs-only task does not need broad shell access.</a:t>
            </a:r>
          </a:p>
          <a:p>
            <a:endParaRPr/>
          </a:p>
          <a:p>
            <a:r>
              <a:t>Useful controls include --available-tools, --excluded-tools, --allow-tool, --deny-tool, --disable-builtin-mcps, --disable-mcp-server, /mcp, /reset-allowed-tools, and permission approval 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3E318D-D634-447D-804D-1A35DED75EBD}" type="slidenum">
              <a:rPr lang="en-US" smtClean="0"/>
              <a:t>20</a:t>
            </a:fld>
            <a:endParaRPr lang="en-US"/>
          </a:p>
        </p:txBody>
      </p:sp>
    </p:spTree>
    <p:extLst>
      <p:ext uri="{BB962C8B-B14F-4D97-AF65-F5344CB8AC3E}">
        <p14:creationId xmlns:p14="http://schemas.microsoft.com/office/powerpoint/2010/main" val="2491595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Skills are repeatable ways of working.</a:t>
            </a:r>
          </a:p>
          <a:p>
            <a:endParaRPr/>
          </a:p>
          <a:p>
            <a:r>
              <a:t>A skill is a playbook the agent can load: how to do a code review, how to prepare release notes, how to audit security, how to produce a deck, or how your team wants migrations handled.</a:t>
            </a:r>
          </a:p>
          <a:p>
            <a:endParaRPr/>
          </a:p>
          <a:p>
            <a:r>
              <a:t>Custom skills are where a team can encode taste and process. Instead of re-prompting the same standards every time, put the workflow into a skill and let the CLI load it when relevant.</a:t>
            </a:r>
          </a:p>
          <a:p>
            <a:endParaRPr/>
          </a:p>
          <a:p>
            <a:r>
              <a:t>Useful commands: /skills list, /skills info, /skills add, /skills remove, /skills reload. The concrete artifact is usually a SKILL.md file plus any supporting scripts, templates, or references.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Agents are role profiles.</a:t>
            </a:r>
          </a:p>
          <a:p>
            <a:endParaRPr/>
          </a:p>
          <a:p>
            <a:r>
              <a:t>Where skills are playbooks, agents are specialists. A custom agent can combine instructions, model choice, tool permissions, and skills to fit a job. The same repository can be approached by a planner, builder, reviewer, or release assistant.</a:t>
            </a:r>
          </a:p>
          <a:p>
            <a:endParaRPr/>
          </a:p>
          <a:p>
            <a:r>
              <a:t>This is also where parallelism fits. A main session can delegate work to subagents for separate areas of a task, while the user still owns the final integration and review.</a:t>
            </a:r>
          </a:p>
          <a:p>
            <a:endParaRPr/>
          </a:p>
          <a:p>
            <a:r>
              <a:t>Useful controls: /agent to browse and select available agents, --agent to start with a specific custom agent, /fleet for parallel subagent execution, /tasks to view background tasks, and /review to invoke a review-oriented agent 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B47B5-A053-C476-A3B0-4FB1F1E0D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79453-7EF7-8A8F-9619-D76C5F4D0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C8095-E741-CEC2-47F6-FCACCBFF346F}"/>
              </a:ext>
            </a:extLst>
          </p:cNvPr>
          <p:cNvSpPr>
            <a:spLocks noGrp="1"/>
          </p:cNvSpPr>
          <p:nvPr>
            <p:ph type="body" idx="1"/>
          </p:nvPr>
        </p:nvSpPr>
        <p:spPr/>
        <p:txBody>
          <a:bodyPr/>
          <a:lstStyle/>
          <a:p>
            <a:pPr marL="0" indent="0">
              <a:buFont typeface="Arial" panose="020B0604020202020204" pitchFamily="34" charset="0"/>
              <a:buNone/>
            </a:pPr>
            <a:r>
              <a:rPr lang="en-US" b="0" i="0" dirty="0"/>
              <a:t> what's really unique about the CLI is that there are powerful agents  Built in directly to the CLI the general agent is your coding agent and you give it a prompt and it will go ahead and use the tools and tasks to go off and execute them.</a:t>
            </a:r>
          </a:p>
          <a:p>
            <a:pPr marL="0" indent="0">
              <a:buFont typeface="Arial" panose="020B0604020202020204" pitchFamily="34" charset="0"/>
              <a:buNone/>
            </a:pPr>
            <a:endParaRPr lang="en-US" b="0" i="0" dirty="0"/>
          </a:p>
          <a:p>
            <a:pPr marL="0" indent="0">
              <a:buFont typeface="Arial" panose="020B0604020202020204" pitchFamily="34" charset="0"/>
              <a:buNone/>
            </a:pPr>
            <a:r>
              <a:rPr lang="en-US" b="0" i="0" dirty="0"/>
              <a:t> The research agent is set up to do deep research to help you really investigate issues or problems or understand potential features that you might be adding into your code base through GitHub search and also web sources as well and this is really great as it provides full huge documentation on the research topic that you’re giving it</a:t>
            </a:r>
          </a:p>
          <a:p>
            <a:pPr marL="0" indent="0">
              <a:buFont typeface="Arial" panose="020B0604020202020204" pitchFamily="34" charset="0"/>
              <a:buNone/>
            </a:pPr>
            <a:endParaRPr lang="en-US" b="0" i="0" dirty="0"/>
          </a:p>
          <a:p>
            <a:pPr marL="0" indent="0">
              <a:buFont typeface="Arial" panose="020B0604020202020204" pitchFamily="34" charset="0"/>
              <a:buNone/>
            </a:pPr>
            <a:r>
              <a:rPr lang="en-US" b="0" i="0" dirty="0"/>
              <a:t> one of the more commonly used is plan agent this will create a full implementation plan it will ask you questions I’ll clarify requirements O once it’s done it’s ready to fully implement exactly to your specification</a:t>
            </a:r>
          </a:p>
          <a:p>
            <a:pPr marL="0" indent="0">
              <a:buFont typeface="Arial" panose="020B0604020202020204" pitchFamily="34" charset="0"/>
              <a:buNone/>
            </a:pPr>
            <a:endParaRPr lang="en-US" b="0" i="0" dirty="0"/>
          </a:p>
          <a:p>
            <a:pPr marL="0" indent="0">
              <a:buFont typeface="Arial" panose="020B0604020202020204" pitchFamily="34" charset="0"/>
              <a:buNone/>
            </a:pPr>
            <a:r>
              <a:rPr lang="en-US" b="0" i="0" dirty="0"/>
              <a:t> and something that combines this together is the autopilot mode for these agents which works through all of the tasks without waiting for input every single step and does it all autonomously it’ll automatically figure out the additional steps and tasks that it needs to do to fully complete it</a:t>
            </a:r>
          </a:p>
          <a:p>
            <a:pPr marL="0" indent="0">
              <a:buFont typeface="Arial" panose="020B0604020202020204" pitchFamily="34" charset="0"/>
              <a:buNone/>
            </a:pPr>
            <a:endParaRPr lang="en-US" b="0" i="0" dirty="0"/>
          </a:p>
          <a:p>
            <a:pPr marL="0" indent="0">
              <a:buFont typeface="Arial" panose="020B0604020202020204" pitchFamily="34" charset="0"/>
              <a:buNone/>
            </a:pPr>
            <a:r>
              <a:rPr lang="en-US" b="0" i="0" dirty="0"/>
              <a:t> and best of all you can create your own custom agents to  specify exactly how you want the specific agent to work what tools are available to it and what MCC servers as well O for example you could create your own code reviewer or your own GitHub expert that you work with directly inside of the CLI</a:t>
            </a:r>
          </a:p>
        </p:txBody>
      </p:sp>
      <p:sp>
        <p:nvSpPr>
          <p:cNvPr id="4" name="Slide Number Placeholder 3">
            <a:extLst>
              <a:ext uri="{FF2B5EF4-FFF2-40B4-BE49-F238E27FC236}">
                <a16:creationId xmlns:a16="http://schemas.microsoft.com/office/drawing/2014/main" id="{E13992A4-EDC8-8F93-7D81-4AA669652C2A}"/>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2323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 are a bunch of sub agents that are built to directly into the CLI that can run asynchronously and we’ll provide isolated contacts back to the main agent things like exploring the code base executing commands like testing doing builds and linting there’s a general purpose sub agent that will understand complete complex tasks that require the full tool set and there’s even a code review sub agent that’ll identify bugs and security issues as well</a:t>
            </a:r>
          </a:p>
        </p:txBody>
      </p:sp>
      <p:sp>
        <p:nvSpPr>
          <p:cNvPr id="4" name="Slide Number Placeholder 3"/>
          <p:cNvSpPr>
            <a:spLocks noGrp="1"/>
          </p:cNvSpPr>
          <p:nvPr>
            <p:ph type="sldNum" sz="quarter" idx="5"/>
          </p:nvPr>
        </p:nvSpPr>
        <p:spPr/>
        <p:txBody>
          <a:bodyPr/>
          <a:lstStyle/>
          <a:p>
            <a:fld id="{813E318D-D634-447D-804D-1A35DED75EBD}" type="slidenum">
              <a:rPr lang="en-US" smtClean="0"/>
              <a:t>24</a:t>
            </a:fld>
            <a:endParaRPr lang="en-US"/>
          </a:p>
        </p:txBody>
      </p:sp>
    </p:spTree>
    <p:extLst>
      <p:ext uri="{BB962C8B-B14F-4D97-AF65-F5344CB8AC3E}">
        <p14:creationId xmlns:p14="http://schemas.microsoft.com/office/powerpoint/2010/main" val="2000334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CLI also has powerful context awareness it has this concept of infinite sessions which means you never really have to worry about the context it automatically managed it for you at anytime you can say slash context to visualize the current context and where things are at or do you compact to automatically compact and summarize the current context but because of infinite sessions it does it for you automatically</a:t>
            </a:r>
          </a:p>
        </p:txBody>
      </p:sp>
      <p:sp>
        <p:nvSpPr>
          <p:cNvPr id="4" name="Slide Number Placeholder 3"/>
          <p:cNvSpPr>
            <a:spLocks noGrp="1"/>
          </p:cNvSpPr>
          <p:nvPr>
            <p:ph type="sldNum" sz="quarter" idx="5"/>
          </p:nvPr>
        </p:nvSpPr>
        <p:spPr/>
        <p:txBody>
          <a:bodyPr/>
          <a:lstStyle/>
          <a:p>
            <a:fld id="{813E318D-D634-447D-804D-1A35DED75EBD}" type="slidenum">
              <a:rPr lang="en-US" smtClean="0"/>
              <a:t>25</a:t>
            </a:fld>
            <a:endParaRPr lang="en-US"/>
          </a:p>
        </p:txBody>
      </p:sp>
    </p:spTree>
    <p:extLst>
      <p:ext uri="{BB962C8B-B14F-4D97-AF65-F5344CB8AC3E}">
        <p14:creationId xmlns:p14="http://schemas.microsoft.com/office/powerpoint/2010/main" val="23581293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quick-reference slide users can photograph.</a:t>
            </a:r>
          </a:p>
          <a:p>
            <a:endParaRPr/>
          </a:p>
          <a:p>
            <a:r>
              <a:t>The highest-value hotkeys for a live demo are Shift+Tab for mode switching, Ctrl+T for reasoning visibility, Ctrl+Enter or Ctrl+Q to queue a message while the agent is busy, Ctrl+G or Ctrl+X then e to edit a prompt in the external editor, and ? for quick help on an empty prompt.</a:t>
            </a:r>
          </a:p>
          <a:p>
            <a:endParaRPr/>
          </a:p>
          <a:p>
            <a:r>
              <a:t>Context shortcuts matter too: @ FILENAME includes file contents in context, # NUMBER includes a GitHub issue or pull request, and ! COMMAND runs a local shell command outside Copilot's agent flow.</a:t>
            </a:r>
          </a:p>
          <a:p>
            <a:endParaRPr/>
          </a:p>
          <a:p>
            <a:r>
              <a:t>Other useful controls: Esc cancels the current operation, Ctrl+C cancels or clears input, Ctrl+D shuts down, Ctrl+L clears the screen, Ctrl+R searches history, Ctrl+V pastes clipboard content as an attachment, Shift+Enter inserts a newline, and Tab accepts inline completion.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ernal/Town Halls_Blan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097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Splash page - event logo">
    <p:bg>
      <p:bgPr>
        <a:solidFill>
          <a:srgbClr val="000000"/>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1FFF5AE7-693A-1EA1-448A-851073E1E86B}"/>
              </a:ext>
            </a:extLst>
          </p:cNvPr>
          <p:cNvSpPr>
            <a:spLocks noGrp="1"/>
          </p:cNvSpPr>
          <p:nvPr>
            <p:ph type="pic" sz="quarter" idx="10" hasCustomPrompt="1"/>
          </p:nvPr>
        </p:nvSpPr>
        <p:spPr>
          <a:xfrm>
            <a:off x="9144000" y="1330736"/>
            <a:ext cx="7895616" cy="7625528"/>
          </a:xfrm>
          <a:prstGeom prst="roundRect">
            <a:avLst>
              <a:gd name="adj" fmla="val 2850"/>
            </a:avLst>
          </a:prstGeom>
          <a:noFill/>
          <a:ln>
            <a:solidFill>
              <a:schemeClr val="tx2"/>
            </a:solidFill>
          </a:ln>
          <a:effectLst>
            <a:outerShdw blurRad="226684" dist="365489" dir="5400000" algn="t" rotWithShape="0">
              <a:prstClr val="black">
                <a:alpha val="40000"/>
              </a:prstClr>
            </a:outerShdw>
          </a:effectLst>
        </p:spPr>
        <p:txBody>
          <a:bodyPr anchor="ctr"/>
          <a:lstStyle>
            <a:lvl1pPr algn="ctr">
              <a:defRPr sz="2700">
                <a:latin typeface="Aptos" pitchFamily="2" charset="77"/>
              </a:defRPr>
            </a:lvl1pPr>
          </a:lstStyle>
          <a:p>
            <a:r>
              <a:rPr lang="en-US"/>
              <a:t>Click to add an image</a:t>
            </a:r>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1108148" y="6610075"/>
            <a:ext cx="6653864" cy="2346191"/>
          </a:xfrm>
          <a:prstGeom prst="rect">
            <a:avLst/>
          </a:prstGeo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Description</a:t>
            </a:r>
          </a:p>
        </p:txBody>
      </p:sp>
      <p:sp>
        <p:nvSpPr>
          <p:cNvPr id="7" name="Text Placeholder 23">
            <a:extLst>
              <a:ext uri="{FF2B5EF4-FFF2-40B4-BE49-F238E27FC236}">
                <a16:creationId xmlns:a16="http://schemas.microsoft.com/office/drawing/2014/main" id="{9C4B9E08-03E4-3991-C992-D35CCFCE104B}"/>
              </a:ext>
            </a:extLst>
          </p:cNvPr>
          <p:cNvSpPr>
            <a:spLocks noGrp="1"/>
          </p:cNvSpPr>
          <p:nvPr>
            <p:ph type="body" sz="quarter" idx="30" hasCustomPrompt="1"/>
          </p:nvPr>
        </p:nvSpPr>
        <p:spPr>
          <a:xfrm>
            <a:off x="1108151" y="2360641"/>
            <a:ext cx="6653859" cy="4027634"/>
          </a:xfrm>
          <a:prstGeom prst="rect">
            <a:avLst/>
          </a:prstGeom>
        </p:spPr>
        <p:txBody>
          <a:bodyPr anchor="t" anchorCtr="0">
            <a:noAutofit/>
          </a:bodyPr>
          <a:lstStyle>
            <a:lvl1pPr marL="0" indent="0" algn="l">
              <a:buNone/>
              <a:defRPr sz="5400" b="1"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that should be 10 words or less</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1108148" y="1330736"/>
            <a:ext cx="6653862" cy="808104"/>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Header</a:t>
            </a:r>
          </a:p>
        </p:txBody>
      </p:sp>
    </p:spTree>
    <p:extLst>
      <p:ext uri="{BB962C8B-B14F-4D97-AF65-F5344CB8AC3E}">
        <p14:creationId xmlns:p14="http://schemas.microsoft.com/office/powerpoint/2010/main" val="3581664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urity_Roadmap slide_1 feature">
    <p:bg>
      <p:bgPr>
        <a:solidFill>
          <a:schemeClr val="bg1"/>
        </a:solidFill>
        <a:effectLst/>
      </p:bgPr>
    </p:bg>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79C7943A-B90A-54C3-B112-3171A8FDB2FD}"/>
              </a:ext>
            </a:extLst>
          </p:cNvPr>
          <p:cNvSpPr>
            <a:spLocks noGrp="1"/>
          </p:cNvSpPr>
          <p:nvPr>
            <p:ph type="pic" sz="quarter" idx="32"/>
          </p:nvPr>
        </p:nvSpPr>
        <p:spPr>
          <a:xfrm>
            <a:off x="9132093" y="0"/>
            <a:ext cx="9155907" cy="10287000"/>
          </a:xfrm>
          <a:prstGeom prst="rect">
            <a:avLst/>
          </a:prstGeom>
        </p:spPr>
        <p:txBody>
          <a:bodyPr/>
          <a:lstStyle/>
          <a:p>
            <a:r>
              <a:rPr lang="en-US"/>
              <a:t>Click icon to add picture</a:t>
            </a:r>
          </a:p>
        </p:txBody>
      </p:sp>
      <p:sp>
        <p:nvSpPr>
          <p:cNvPr id="4" name="Text Placeholder 23">
            <a:extLst>
              <a:ext uri="{FF2B5EF4-FFF2-40B4-BE49-F238E27FC236}">
                <a16:creationId xmlns:a16="http://schemas.microsoft.com/office/drawing/2014/main" id="{5FBBC732-E702-3E6F-497C-7F29694D13FB}"/>
              </a:ext>
            </a:extLst>
          </p:cNvPr>
          <p:cNvSpPr>
            <a:spLocks noGrp="1"/>
          </p:cNvSpPr>
          <p:nvPr>
            <p:ph type="body" sz="quarter" idx="26" hasCustomPrompt="1"/>
          </p:nvPr>
        </p:nvSpPr>
        <p:spPr>
          <a:xfrm>
            <a:off x="571017" y="7348628"/>
            <a:ext cx="7994289" cy="2346191"/>
          </a:xfrm>
          <a:prstGeom prst="rect">
            <a:avLst/>
          </a:prstGeom>
        </p:spPr>
        <p:txBody>
          <a:bodyPr anchor="b" anchorCtr="0">
            <a:noAutofit/>
          </a:bodyPr>
          <a:lstStyle>
            <a:lvl1pPr marL="0" indent="0" algn="l">
              <a:buNone/>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Description</a:t>
            </a:r>
          </a:p>
        </p:txBody>
      </p:sp>
      <p:sp>
        <p:nvSpPr>
          <p:cNvPr id="6" name="Text Placeholder 23">
            <a:extLst>
              <a:ext uri="{FF2B5EF4-FFF2-40B4-BE49-F238E27FC236}">
                <a16:creationId xmlns:a16="http://schemas.microsoft.com/office/drawing/2014/main" id="{36049FF2-2512-15EC-0BC5-02E04BA2768C}"/>
              </a:ext>
            </a:extLst>
          </p:cNvPr>
          <p:cNvSpPr>
            <a:spLocks noGrp="1"/>
          </p:cNvSpPr>
          <p:nvPr>
            <p:ph type="body" sz="quarter" idx="31" hasCustomPrompt="1"/>
          </p:nvPr>
        </p:nvSpPr>
        <p:spPr>
          <a:xfrm>
            <a:off x="571017" y="592182"/>
            <a:ext cx="7994292" cy="808104"/>
          </a:xfrm>
          <a:prstGeom prst="rect">
            <a:avLst/>
          </a:prstGeom>
        </p:spPr>
        <p:txBody>
          <a:bodyPr anchor="ctr" anchorCtr="0">
            <a:noAutofit/>
          </a:bodyPr>
          <a:lstStyle>
            <a:lvl1pPr marL="0" indent="0" algn="l">
              <a:buNone/>
              <a:defRPr sz="24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 </a:t>
            </a:r>
          </a:p>
        </p:txBody>
      </p:sp>
      <p:sp>
        <p:nvSpPr>
          <p:cNvPr id="7" name="Title 3">
            <a:extLst>
              <a:ext uri="{FF2B5EF4-FFF2-40B4-BE49-F238E27FC236}">
                <a16:creationId xmlns:a16="http://schemas.microsoft.com/office/drawing/2014/main" id="{70DE6B89-9C84-0073-FFF4-317627227D3A}"/>
              </a:ext>
            </a:extLst>
          </p:cNvPr>
          <p:cNvSpPr>
            <a:spLocks noGrp="1"/>
          </p:cNvSpPr>
          <p:nvPr>
            <p:ph type="title" hasCustomPrompt="1"/>
          </p:nvPr>
        </p:nvSpPr>
        <p:spPr>
          <a:xfrm>
            <a:off x="571017" y="1617784"/>
            <a:ext cx="7994289" cy="4290647"/>
          </a:xfrm>
          <a:prstGeom prst="rect">
            <a:avLst/>
          </a:prstGeom>
        </p:spPr>
        <p:txBody>
          <a:bodyPr anchor="t"/>
          <a:lstStyle>
            <a:lvl1pPr>
              <a:defRPr b="1" i="0">
                <a:solidFill>
                  <a:schemeClr val="tx1"/>
                </a:solidFill>
                <a:latin typeface="Aptos" pitchFamily="2" charset="77"/>
              </a:defRPr>
            </a:lvl1pPr>
          </a:lstStyle>
          <a:p>
            <a:r>
              <a:rPr lang="en-US"/>
              <a:t>The name of the new feature/tool</a:t>
            </a:r>
          </a:p>
        </p:txBody>
      </p:sp>
      <p:sp>
        <p:nvSpPr>
          <p:cNvPr id="9" name="Rectangle 8">
            <a:extLst>
              <a:ext uri="{FF2B5EF4-FFF2-40B4-BE49-F238E27FC236}">
                <a16:creationId xmlns:a16="http://schemas.microsoft.com/office/drawing/2014/main" id="{A6F09B9F-3FE4-6399-1385-FFD635ADD1DA}"/>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Rounded Rectangle 15">
            <a:extLst>
              <a:ext uri="{FF2B5EF4-FFF2-40B4-BE49-F238E27FC236}">
                <a16:creationId xmlns:a16="http://schemas.microsoft.com/office/drawing/2014/main" id="{817D17F9-863A-DEA9-AD9D-B5963C46FDA4}"/>
              </a:ext>
            </a:extLst>
          </p:cNvPr>
          <p:cNvSpPr/>
          <p:nvPr/>
        </p:nvSpPr>
        <p:spPr>
          <a:xfrm>
            <a:off x="-9475761" y="1617518"/>
            <a:ext cx="4003746" cy="623904"/>
          </a:xfrm>
          <a:prstGeom prst="roundRect">
            <a:avLst>
              <a:gd name="adj" fmla="val 50000"/>
            </a:avLst>
          </a:prstGeom>
          <a:noFill/>
          <a:ln w="12700">
            <a:gradFill flip="none" rotWithShape="1">
              <a:gsLst>
                <a:gs pos="0">
                  <a:srgbClr val="8342FB"/>
                </a:gs>
                <a:gs pos="47000">
                  <a:srgbClr val="3194FF"/>
                </a:gs>
                <a:gs pos="100000">
                  <a:schemeClr val="accent3"/>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250">
                <a:latin typeface="Aptos" pitchFamily="2" charset="77"/>
              </a:rPr>
              <a:t>       </a:t>
            </a:r>
            <a:r>
              <a:rPr lang="en-US" sz="2400">
                <a:latin typeface="Aptos" pitchFamily="2" charset="77"/>
              </a:rPr>
              <a:t>Copilot feature name</a:t>
            </a:r>
          </a:p>
        </p:txBody>
      </p:sp>
      <p:grpSp>
        <p:nvGrpSpPr>
          <p:cNvPr id="17" name="Google Shape;1693;p69">
            <a:extLst>
              <a:ext uri="{FF2B5EF4-FFF2-40B4-BE49-F238E27FC236}">
                <a16:creationId xmlns:a16="http://schemas.microsoft.com/office/drawing/2014/main" id="{90C9FAD5-5318-45E8-71B2-93F19CCC648E}"/>
              </a:ext>
            </a:extLst>
          </p:cNvPr>
          <p:cNvGrpSpPr/>
          <p:nvPr/>
        </p:nvGrpSpPr>
        <p:grpSpPr>
          <a:xfrm>
            <a:off x="-9250379" y="1802591"/>
            <a:ext cx="288576" cy="240879"/>
            <a:chOff x="690700" y="246575"/>
            <a:chExt cx="6228425" cy="5199000"/>
          </a:xfrm>
        </p:grpSpPr>
        <p:sp>
          <p:nvSpPr>
            <p:cNvPr id="18" name="Google Shape;1694;p69">
              <a:extLst>
                <a:ext uri="{FF2B5EF4-FFF2-40B4-BE49-F238E27FC236}">
                  <a16:creationId xmlns:a16="http://schemas.microsoft.com/office/drawing/2014/main" id="{9181ADA1-486B-A4ED-A80A-733E51A55A58}"/>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2987">
                <a:latin typeface="Aptos" pitchFamily="2" charset="77"/>
              </a:endParaRPr>
            </a:p>
          </p:txBody>
        </p:sp>
        <p:sp>
          <p:nvSpPr>
            <p:cNvPr id="19" name="Google Shape;1695;p69">
              <a:extLst>
                <a:ext uri="{FF2B5EF4-FFF2-40B4-BE49-F238E27FC236}">
                  <a16:creationId xmlns:a16="http://schemas.microsoft.com/office/drawing/2014/main" id="{D2EB6D54-1D04-3426-1116-BD526BBF8BCE}"/>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2987">
                <a:latin typeface="Aptos" pitchFamily="2" charset="77"/>
              </a:endParaRPr>
            </a:p>
          </p:txBody>
        </p:sp>
        <p:sp>
          <p:nvSpPr>
            <p:cNvPr id="20" name="Google Shape;1696;p69">
              <a:extLst>
                <a:ext uri="{FF2B5EF4-FFF2-40B4-BE49-F238E27FC236}">
                  <a16:creationId xmlns:a16="http://schemas.microsoft.com/office/drawing/2014/main" id="{9B8CA1D0-EE17-781A-D7C4-3837D25A1339}"/>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2987">
                <a:latin typeface="Aptos" pitchFamily="2" charset="77"/>
              </a:endParaRPr>
            </a:p>
          </p:txBody>
        </p:sp>
      </p:grpSp>
      <p:sp>
        <p:nvSpPr>
          <p:cNvPr id="21" name="Text Placeholder 23">
            <a:extLst>
              <a:ext uri="{FF2B5EF4-FFF2-40B4-BE49-F238E27FC236}">
                <a16:creationId xmlns:a16="http://schemas.microsoft.com/office/drawing/2014/main" id="{681F3C19-4A00-5C21-68D9-AE3DB7F3C883}"/>
              </a:ext>
            </a:extLst>
          </p:cNvPr>
          <p:cNvSpPr txBox="1">
            <a:spLocks/>
          </p:cNvSpPr>
          <p:nvPr/>
        </p:nvSpPr>
        <p:spPr>
          <a:xfrm>
            <a:off x="-9533879" y="7348628"/>
            <a:ext cx="7994289" cy="2346191"/>
          </a:xfrm>
          <a:prstGeom prst="rect">
            <a:avLst/>
          </a:prstGeom>
        </p:spPr>
        <p:txBody>
          <a:bodyPr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rgbClr val="B6BFB8"/>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t>Supporting text if applicable. Keep it short and sweet.</a:t>
            </a:r>
          </a:p>
        </p:txBody>
      </p:sp>
      <p:sp>
        <p:nvSpPr>
          <p:cNvPr id="22" name="Text Placeholder 23">
            <a:extLst>
              <a:ext uri="{FF2B5EF4-FFF2-40B4-BE49-F238E27FC236}">
                <a16:creationId xmlns:a16="http://schemas.microsoft.com/office/drawing/2014/main" id="{C30760E8-5FE2-1485-13D4-2511792EDD61}"/>
              </a:ext>
            </a:extLst>
          </p:cNvPr>
          <p:cNvSpPr txBox="1">
            <a:spLocks/>
          </p:cNvSpPr>
          <p:nvPr/>
        </p:nvSpPr>
        <p:spPr>
          <a:xfrm>
            <a:off x="-9533879" y="592182"/>
            <a:ext cx="7994292" cy="808104"/>
          </a:xfrm>
          <a:prstGeom prst="rect">
            <a:avLst/>
          </a:prstGeom>
        </p:spPr>
        <p:txBody>
          <a:bodyPr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solidFill>
                  <a:schemeClr val="accent2"/>
                </a:solidFill>
              </a:rPr>
              <a:t>Beta / Coming soon </a:t>
            </a:r>
          </a:p>
        </p:txBody>
      </p:sp>
      <p:sp>
        <p:nvSpPr>
          <p:cNvPr id="23" name="Title 3">
            <a:extLst>
              <a:ext uri="{FF2B5EF4-FFF2-40B4-BE49-F238E27FC236}">
                <a16:creationId xmlns:a16="http://schemas.microsoft.com/office/drawing/2014/main" id="{89E16DA8-14E9-7B47-04BA-0D076C597EF0}"/>
              </a:ext>
            </a:extLst>
          </p:cNvPr>
          <p:cNvSpPr txBox="1">
            <a:spLocks/>
          </p:cNvSpPr>
          <p:nvPr/>
        </p:nvSpPr>
        <p:spPr>
          <a:xfrm>
            <a:off x="-9533879" y="2721577"/>
            <a:ext cx="7994289" cy="4290647"/>
          </a:xfrm>
          <a:prstGeom prst="rect">
            <a:avLst/>
          </a:prstGeom>
        </p:spPr>
        <p:txBody>
          <a:bodyPr/>
          <a:lst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a:lstStyle>
          <a:p>
            <a:r>
              <a:rPr lang="en-US" sz="5400"/>
              <a:t>A value prop in sentence case that is 12 words or less</a:t>
            </a:r>
          </a:p>
        </p:txBody>
      </p:sp>
      <p:sp>
        <p:nvSpPr>
          <p:cNvPr id="24" name="Rectangle 23">
            <a:extLst>
              <a:ext uri="{FF2B5EF4-FFF2-40B4-BE49-F238E27FC236}">
                <a16:creationId xmlns:a16="http://schemas.microsoft.com/office/drawing/2014/main" id="{38705596-F813-0C20-3648-BC8286CDA0A0}"/>
              </a:ext>
            </a:extLst>
          </p:cNvPr>
          <p:cNvSpPr/>
          <p:nvPr/>
        </p:nvSpPr>
        <p:spPr>
          <a:xfrm>
            <a:off x="-1030406"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3958825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Locked">
    <p:bg>
      <p:bgPr>
        <a:solidFill>
          <a:srgbClr val="000000"/>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6F6C720-DF33-D17F-F413-FB11274DEF80}"/>
              </a:ext>
            </a:extLst>
          </p:cNvPr>
          <p:cNvSpPr/>
          <p:nvPr/>
        </p:nvSpPr>
        <p:spPr>
          <a:xfrm>
            <a:off x="-7832" y="-1331742"/>
            <a:ext cx="1371600" cy="685800"/>
          </a:xfrm>
          <a:prstGeom prst="roundRect">
            <a:avLst>
              <a:gd name="adj" fmla="val 50000"/>
            </a:avLst>
          </a:prstGeom>
          <a:solidFill>
            <a:srgbClr val="FF507A"/>
          </a:solidFill>
          <a:ln>
            <a:solidFill>
              <a:schemeClr val="tx2"/>
            </a:solidFill>
          </a:ln>
          <a:effectLst>
            <a:outerShdw blurRad="254000" dist="254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800" b="1" i="0">
                <a:solidFill>
                  <a:schemeClr val="tx1"/>
                </a:solidFill>
                <a:latin typeface="Aptos" pitchFamily="2" charset="77"/>
              </a:rPr>
              <a:t>Locked</a:t>
            </a:r>
          </a:p>
        </p:txBody>
      </p:sp>
      <p:pic>
        <p:nvPicPr>
          <p:cNvPr id="3" name="Picture 2">
            <a:extLst>
              <a:ext uri="{FF2B5EF4-FFF2-40B4-BE49-F238E27FC236}">
                <a16:creationId xmlns:a16="http://schemas.microsoft.com/office/drawing/2014/main" id="{7F89459C-3D23-DFF1-35FB-F4DBA62BC888}"/>
              </a:ext>
            </a:extLst>
          </p:cNvPr>
          <p:cNvPicPr/>
          <p:nvPr/>
        </p:nvPicPr>
        <p:blipFill>
          <a:blip r:embed="rId2" cstate="screen">
            <a:extLst>
              <a:ext uri="{28A0092B-C50C-407E-A947-70E740481C1C}">
                <a14:useLocalDpi xmlns:a14="http://schemas.microsoft.com/office/drawing/2010/main"/>
              </a:ext>
            </a:extLst>
          </a:blip>
          <a:stretch>
            <a:fillRect/>
          </a:stretch>
        </p:blipFill>
        <p:spPr>
          <a:xfrm>
            <a:off x="1" y="10723419"/>
            <a:ext cx="3990110" cy="266628"/>
          </a:xfrm>
          <a:prstGeom prst="rect">
            <a:avLst/>
          </a:prstGeom>
        </p:spPr>
      </p:pic>
      <p:sp>
        <p:nvSpPr>
          <p:cNvPr id="5" name="TextBox 4">
            <a:extLst>
              <a:ext uri="{FF2B5EF4-FFF2-40B4-BE49-F238E27FC236}">
                <a16:creationId xmlns:a16="http://schemas.microsoft.com/office/drawing/2014/main" id="{023DC181-FD35-DCFF-793A-2CC1A0FF3EC2}"/>
              </a:ext>
            </a:extLst>
          </p:cNvPr>
          <p:cNvSpPr txBox="1"/>
          <p:nvPr/>
        </p:nvSpPr>
        <p:spPr>
          <a:xfrm>
            <a:off x="10297886" y="10651739"/>
            <a:ext cx="7990115" cy="369332"/>
          </a:xfrm>
          <a:prstGeom prst="rect">
            <a:avLst/>
          </a:prstGeom>
          <a:noFill/>
        </p:spPr>
        <p:txBody>
          <a:bodyPr wrap="square" rtlCol="0">
            <a:spAutoFit/>
          </a:bodyPr>
          <a:lstStyle/>
          <a:p>
            <a:pPr algn="r"/>
            <a:r>
              <a:rPr lang="en-US" sz="1800">
                <a:latin typeface="Aptos" pitchFamily="2" charset="77"/>
              </a:rPr>
              <a:t>slide expiration _ TUES, NOV 26 2024</a:t>
            </a:r>
          </a:p>
        </p:txBody>
      </p:sp>
    </p:spTree>
    <p:extLst>
      <p:ext uri="{BB962C8B-B14F-4D97-AF65-F5344CB8AC3E}">
        <p14:creationId xmlns:p14="http://schemas.microsoft.com/office/powerpoint/2010/main" val="3002810026"/>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neral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356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I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642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vEx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259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urity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3212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14034407" y="-1567543"/>
            <a:ext cx="184731" cy="507831"/>
          </a:xfrm>
          <a:prstGeom prst="rect">
            <a:avLst/>
          </a:prstGeom>
          <a:noFill/>
        </p:spPr>
        <p:txBody>
          <a:bodyPr wrap="none" rtlCol="0">
            <a:spAutoFit/>
          </a:bodyPr>
          <a:lstStyle/>
          <a:p>
            <a:endParaRPr lang="en-US" sz="2700"/>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1080654" y="7739744"/>
            <a:ext cx="16228248" cy="1485029"/>
          </a:xfrm>
        </p:spPr>
        <p:txBody>
          <a:bodyPr anchor="t" anchorCtr="0">
            <a:noAutofit/>
          </a:bodyPr>
          <a:lstStyle>
            <a:lvl1pPr marL="0" indent="0" algn="l">
              <a:buNone/>
              <a:defRPr sz="27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1080653" y="1062228"/>
            <a:ext cx="16228247" cy="553998"/>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1080654" y="1910037"/>
            <a:ext cx="16228248" cy="4825500"/>
          </a:xfrm>
        </p:spPr>
        <p:txBody>
          <a:bodyPr anchor="t">
            <a:noAutofit/>
          </a:bodyPr>
          <a:lstStyle>
            <a:lvl1pPr algn="l">
              <a:defRPr sz="7200" b="1" i="0">
                <a:solidFill>
                  <a:schemeClr val="tx1"/>
                </a:solidFill>
                <a:latin typeface="Aptos" pitchFamily="2" charset="77"/>
              </a:defRPr>
            </a:lvl1pPr>
          </a:lstStyle>
          <a:p>
            <a:r>
              <a:rPr lang="en-US"/>
              <a:t>Title should be less than ten words</a:t>
            </a:r>
          </a:p>
        </p:txBody>
      </p:sp>
    </p:spTree>
    <p:extLst>
      <p:ext uri="{BB962C8B-B14F-4D97-AF65-F5344CB8AC3E}">
        <p14:creationId xmlns:p14="http://schemas.microsoft.com/office/powerpoint/2010/main" val="14348772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pilot feature specific 1">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5DB9C4AF-D54B-2966-FD9E-8AD866CE4CA1}"/>
              </a:ext>
            </a:extLst>
          </p:cNvPr>
          <p:cNvSpPr>
            <a:spLocks noGrp="1"/>
          </p:cNvSpPr>
          <p:nvPr>
            <p:ph type="title" hasCustomPrompt="1"/>
          </p:nvPr>
        </p:nvSpPr>
        <p:spPr>
          <a:xfrm>
            <a:off x="571017"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3" name="Text Placeholder 23">
            <a:extLst>
              <a:ext uri="{FF2B5EF4-FFF2-40B4-BE49-F238E27FC236}">
                <a16:creationId xmlns:a16="http://schemas.microsoft.com/office/drawing/2014/main" id="{EA5B5886-EA34-DAE8-50CF-0EFEF5F0187B}"/>
              </a:ext>
            </a:extLst>
          </p:cNvPr>
          <p:cNvSpPr>
            <a:spLocks noGrp="1"/>
          </p:cNvSpPr>
          <p:nvPr>
            <p:ph type="body" sz="quarter" idx="31" hasCustomPrompt="1"/>
          </p:nvPr>
        </p:nvSpPr>
        <p:spPr>
          <a:xfrm>
            <a:off x="571017"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11" name="Rectangle 10">
            <a:extLst>
              <a:ext uri="{FF2B5EF4-FFF2-40B4-BE49-F238E27FC236}">
                <a16:creationId xmlns:a16="http://schemas.microsoft.com/office/drawing/2014/main" id="{6E2EF7E6-FBD4-9CAF-B4D5-F790303CD6A4}"/>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9132093" y="0"/>
            <a:ext cx="9155907" cy="10287000"/>
          </a:xfrm>
          <a:prstGeom prst="rect">
            <a:avLst/>
          </a:prstGeom>
          <a:gradFill>
            <a:gsLst>
              <a:gs pos="100000">
                <a:srgbClr val="8CF2A6"/>
              </a:gs>
              <a:gs pos="0">
                <a:srgbClr val="C16EFF"/>
              </a:gs>
              <a:gs pos="52000">
                <a:srgbClr val="3194FF"/>
              </a:gs>
            </a:gsLst>
            <a:lin ang="2700000" scaled="1"/>
          </a:gradFill>
        </p:spPr>
        <p:txBody>
          <a:bodyPr/>
          <a:lstStyle/>
          <a:p>
            <a:r>
              <a:rPr lang="en-US"/>
              <a:t>Click icon to add picture</a:t>
            </a:r>
          </a:p>
        </p:txBody>
      </p:sp>
      <p:sp>
        <p:nvSpPr>
          <p:cNvPr id="2" name="Text Placeholder 23">
            <a:extLst>
              <a:ext uri="{FF2B5EF4-FFF2-40B4-BE49-F238E27FC236}">
                <a16:creationId xmlns:a16="http://schemas.microsoft.com/office/drawing/2014/main" id="{6075BC0D-A378-EE4D-A90D-78FBF20D0574}"/>
              </a:ext>
            </a:extLst>
          </p:cNvPr>
          <p:cNvSpPr>
            <a:spLocks noGrp="1"/>
          </p:cNvSpPr>
          <p:nvPr>
            <p:ph type="body" sz="quarter" idx="26" hasCustomPrompt="1"/>
          </p:nvPr>
        </p:nvSpPr>
        <p:spPr>
          <a:xfrm>
            <a:off x="571017"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
        <p:nvSpPr>
          <p:cNvPr id="3" name="Rectangle 2">
            <a:extLst>
              <a:ext uri="{FF2B5EF4-FFF2-40B4-BE49-F238E27FC236}">
                <a16:creationId xmlns:a16="http://schemas.microsoft.com/office/drawing/2014/main" id="{130AD247-D9D4-5E1F-D16C-22550DE423BE}"/>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9284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opilot feature specific 3">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CE29818A-4EA9-A52C-46E9-8BA0AA870332}"/>
              </a:ext>
            </a:extLst>
          </p:cNvPr>
          <p:cNvSpPr/>
          <p:nvPr/>
        </p:nvSpPr>
        <p:spPr>
          <a:xfrm>
            <a:off x="2470442" y="3805869"/>
            <a:ext cx="13347107" cy="6824031"/>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700">
                <a:latin typeface="Aptos" pitchFamily="2" charset="77"/>
                <a:cs typeface="Aptos" pitchFamily="2" charset="77"/>
              </a:rPr>
              <a:t>Cover this entire rectangle with the product shot / UI</a:t>
            </a:r>
          </a:p>
        </p:txBody>
      </p:sp>
      <p:sp>
        <p:nvSpPr>
          <p:cNvPr id="21" name="Rectangle 20">
            <a:extLst>
              <a:ext uri="{FF2B5EF4-FFF2-40B4-BE49-F238E27FC236}">
                <a16:creationId xmlns:a16="http://schemas.microsoft.com/office/drawing/2014/main" id="{0F3B6736-5737-D701-0E58-0C9EB2DD4C76}"/>
              </a:ext>
            </a:extLst>
          </p:cNvPr>
          <p:cNvSpPr/>
          <p:nvPr/>
        </p:nvSpPr>
        <p:spPr>
          <a:xfrm rot="5400000">
            <a:off x="9116568" y="-9114282"/>
            <a:ext cx="54864" cy="182834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3">
            <a:extLst>
              <a:ext uri="{FF2B5EF4-FFF2-40B4-BE49-F238E27FC236}">
                <a16:creationId xmlns:a16="http://schemas.microsoft.com/office/drawing/2014/main" id="{DAB439ED-7498-1CDD-489D-2D06C8A093C4}"/>
              </a:ext>
            </a:extLst>
          </p:cNvPr>
          <p:cNvSpPr>
            <a:spLocks noGrp="1"/>
          </p:cNvSpPr>
          <p:nvPr>
            <p:ph type="title" hasCustomPrompt="1"/>
          </p:nvPr>
        </p:nvSpPr>
        <p:spPr>
          <a:xfrm>
            <a:off x="0" y="1916927"/>
            <a:ext cx="18283428" cy="1690992"/>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4" name="Text Placeholder 23">
            <a:extLst>
              <a:ext uri="{FF2B5EF4-FFF2-40B4-BE49-F238E27FC236}">
                <a16:creationId xmlns:a16="http://schemas.microsoft.com/office/drawing/2014/main" id="{57A727C7-5F13-A52A-4A2C-7FC2467078EF}"/>
              </a:ext>
            </a:extLst>
          </p:cNvPr>
          <p:cNvSpPr>
            <a:spLocks noGrp="1"/>
          </p:cNvSpPr>
          <p:nvPr>
            <p:ph type="body" sz="quarter" idx="31" hasCustomPrompt="1"/>
          </p:nvPr>
        </p:nvSpPr>
        <p:spPr>
          <a:xfrm>
            <a:off x="5146854" y="394652"/>
            <a:ext cx="7994292" cy="430101"/>
          </a:xfrm>
          <a:prstGeom prst="rect">
            <a:avLst/>
          </a:prstGeom>
        </p:spPr>
        <p:txBody>
          <a:bodyPr anchor="ctr" anchorCtr="0">
            <a:noAutofit/>
          </a:bodyPr>
          <a:lstStyle>
            <a:lvl1pPr marL="0" indent="0" algn="ctr">
              <a:buNone/>
              <a:defRPr sz="18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3" name="Rounded Rectangle 2">
            <a:extLst>
              <a:ext uri="{FF2B5EF4-FFF2-40B4-BE49-F238E27FC236}">
                <a16:creationId xmlns:a16="http://schemas.microsoft.com/office/drawing/2014/main" id="{FAA5322E-CB77-3341-553B-E9D7226E3C07}"/>
              </a:ext>
            </a:extLst>
          </p:cNvPr>
          <p:cNvSpPr/>
          <p:nvPr/>
        </p:nvSpPr>
        <p:spPr>
          <a:xfrm>
            <a:off x="2470442" y="3805869"/>
            <a:ext cx="13347107" cy="6824031"/>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700">
                <a:latin typeface="Aptos" pitchFamily="2" charset="77"/>
                <a:cs typeface="Aptos" pitchFamily="2" charset="77"/>
              </a:rPr>
              <a:t>Cover this entire rectangle with the product shot / UI</a:t>
            </a:r>
          </a:p>
        </p:txBody>
      </p:sp>
      <p:sp>
        <p:nvSpPr>
          <p:cNvPr id="5" name="Rectangle 4">
            <a:extLst>
              <a:ext uri="{FF2B5EF4-FFF2-40B4-BE49-F238E27FC236}">
                <a16:creationId xmlns:a16="http://schemas.microsoft.com/office/drawing/2014/main" id="{002C702E-5817-7BF0-B0F9-A0E1BAECBFB5}"/>
              </a:ext>
            </a:extLst>
          </p:cNvPr>
          <p:cNvSpPr/>
          <p:nvPr/>
        </p:nvSpPr>
        <p:spPr>
          <a:xfrm rot="5400000">
            <a:off x="9116568" y="-9114282"/>
            <a:ext cx="54864" cy="182834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4045766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urity feature specific 2">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0" y="0"/>
            <a:ext cx="9155907" cy="10287000"/>
          </a:xfrm>
          <a:prstGeom prst="rect">
            <a:avLst/>
          </a:prstGeom>
          <a:gradFill>
            <a:gsLst>
              <a:gs pos="100000">
                <a:srgbClr val="9EECFF"/>
              </a:gs>
              <a:gs pos="0">
                <a:srgbClr val="3194FF"/>
              </a:gs>
            </a:gsLst>
            <a:lin ang="2700000" scaled="1"/>
          </a:gradFill>
        </p:spPr>
        <p:txBody>
          <a:bodyPr/>
          <a:lstStyle/>
          <a:p>
            <a:r>
              <a:rPr lang="en-US"/>
              <a:t>Click icon to add picture</a:t>
            </a:r>
          </a:p>
        </p:txBody>
      </p:sp>
      <p:sp>
        <p:nvSpPr>
          <p:cNvPr id="7" name="Rectangle 6">
            <a:extLst>
              <a:ext uri="{FF2B5EF4-FFF2-40B4-BE49-F238E27FC236}">
                <a16:creationId xmlns:a16="http://schemas.microsoft.com/office/drawing/2014/main" id="{7A362230-C912-A080-0D76-BAD92A2A4CBE}"/>
              </a:ext>
            </a:extLst>
          </p:cNvPr>
          <p:cNvSpPr/>
          <p:nvPr/>
        </p:nvSpPr>
        <p:spPr>
          <a:xfrm>
            <a:off x="9155004"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3">
            <a:extLst>
              <a:ext uri="{FF2B5EF4-FFF2-40B4-BE49-F238E27FC236}">
                <a16:creationId xmlns:a16="http://schemas.microsoft.com/office/drawing/2014/main" id="{B30DED90-C8A1-712C-7287-27FF7BF3A153}"/>
              </a:ext>
            </a:extLst>
          </p:cNvPr>
          <p:cNvSpPr>
            <a:spLocks noGrp="1"/>
          </p:cNvSpPr>
          <p:nvPr>
            <p:ph type="title" hasCustomPrompt="1"/>
          </p:nvPr>
        </p:nvSpPr>
        <p:spPr>
          <a:xfrm>
            <a:off x="9730515"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1" name="Text Placeholder 23">
            <a:extLst>
              <a:ext uri="{FF2B5EF4-FFF2-40B4-BE49-F238E27FC236}">
                <a16:creationId xmlns:a16="http://schemas.microsoft.com/office/drawing/2014/main" id="{19F1A0AB-79B7-AB7D-46CD-5F3E3DE389B2}"/>
              </a:ext>
            </a:extLst>
          </p:cNvPr>
          <p:cNvSpPr>
            <a:spLocks noGrp="1"/>
          </p:cNvSpPr>
          <p:nvPr>
            <p:ph type="body" sz="quarter" idx="31" hasCustomPrompt="1"/>
          </p:nvPr>
        </p:nvSpPr>
        <p:spPr>
          <a:xfrm>
            <a:off x="9730515"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13" name="Text Placeholder 23">
            <a:extLst>
              <a:ext uri="{FF2B5EF4-FFF2-40B4-BE49-F238E27FC236}">
                <a16:creationId xmlns:a16="http://schemas.microsoft.com/office/drawing/2014/main" id="{55B49007-0D35-3B56-802C-A03CE7C08D12}"/>
              </a:ext>
            </a:extLst>
          </p:cNvPr>
          <p:cNvSpPr>
            <a:spLocks noGrp="1"/>
          </p:cNvSpPr>
          <p:nvPr>
            <p:ph type="body" sz="quarter" idx="26" hasCustomPrompt="1"/>
          </p:nvPr>
        </p:nvSpPr>
        <p:spPr>
          <a:xfrm>
            <a:off x="9730515"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Tree>
    <p:extLst>
      <p:ext uri="{BB962C8B-B14F-4D97-AF65-F5344CB8AC3E}">
        <p14:creationId xmlns:p14="http://schemas.microsoft.com/office/powerpoint/2010/main" val="8061903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nterprise feature specific 1">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9132093" y="0"/>
            <a:ext cx="9155907" cy="10287000"/>
          </a:xfrm>
          <a:prstGeom prst="rect">
            <a:avLst/>
          </a:prstGeom>
          <a:gradFill>
            <a:gsLst>
              <a:gs pos="100000">
                <a:srgbClr val="DDFF96"/>
              </a:gs>
              <a:gs pos="20000">
                <a:srgbClr val="8342FB"/>
              </a:gs>
              <a:gs pos="66000">
                <a:srgbClr val="FFAC82"/>
              </a:gs>
            </a:gsLst>
            <a:lin ang="2700000" scaled="1"/>
          </a:gradFill>
        </p:spPr>
        <p:txBody>
          <a:bodyPr/>
          <a:lstStyle/>
          <a:p>
            <a:r>
              <a:rPr lang="en-US"/>
              <a:t>Click icon to add picture</a:t>
            </a:r>
          </a:p>
        </p:txBody>
      </p:sp>
      <p:sp>
        <p:nvSpPr>
          <p:cNvPr id="17" name="Rectangle 16">
            <a:extLst>
              <a:ext uri="{FF2B5EF4-FFF2-40B4-BE49-F238E27FC236}">
                <a16:creationId xmlns:a16="http://schemas.microsoft.com/office/drawing/2014/main" id="{2AA922B8-55F0-98AD-538E-4138553A614F}"/>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 name="Title 3">
            <a:extLst>
              <a:ext uri="{FF2B5EF4-FFF2-40B4-BE49-F238E27FC236}">
                <a16:creationId xmlns:a16="http://schemas.microsoft.com/office/drawing/2014/main" id="{E5CA9352-CB6A-4A10-B94E-64252E2575D2}"/>
              </a:ext>
            </a:extLst>
          </p:cNvPr>
          <p:cNvSpPr>
            <a:spLocks noGrp="1"/>
          </p:cNvSpPr>
          <p:nvPr>
            <p:ph type="title" hasCustomPrompt="1"/>
          </p:nvPr>
        </p:nvSpPr>
        <p:spPr>
          <a:xfrm>
            <a:off x="571017"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5B4E141-7703-DB08-DC4E-7771507BA2F7}"/>
              </a:ext>
            </a:extLst>
          </p:cNvPr>
          <p:cNvSpPr>
            <a:spLocks noGrp="1"/>
          </p:cNvSpPr>
          <p:nvPr>
            <p:ph type="body" sz="quarter" idx="31" hasCustomPrompt="1"/>
          </p:nvPr>
        </p:nvSpPr>
        <p:spPr>
          <a:xfrm>
            <a:off x="571017"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5" name="Text Placeholder 23">
            <a:extLst>
              <a:ext uri="{FF2B5EF4-FFF2-40B4-BE49-F238E27FC236}">
                <a16:creationId xmlns:a16="http://schemas.microsoft.com/office/drawing/2014/main" id="{AD9E998E-87D1-59CA-C6E6-291E62BAB469}"/>
              </a:ext>
            </a:extLst>
          </p:cNvPr>
          <p:cNvSpPr>
            <a:spLocks noGrp="1"/>
          </p:cNvSpPr>
          <p:nvPr>
            <p:ph type="body" sz="quarter" idx="26" hasCustomPrompt="1"/>
          </p:nvPr>
        </p:nvSpPr>
        <p:spPr>
          <a:xfrm>
            <a:off x="571017"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
        <p:nvSpPr>
          <p:cNvPr id="2" name="Rectangle 1">
            <a:extLst>
              <a:ext uri="{FF2B5EF4-FFF2-40B4-BE49-F238E27FC236}">
                <a16:creationId xmlns:a16="http://schemas.microsoft.com/office/drawing/2014/main" id="{5A1E93F1-D16A-E690-B04B-47CF97D3C9D1}"/>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17865833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6956287" y="2936573"/>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6956288" y="3648996"/>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6956288" y="2127690"/>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6956287" y="6209825"/>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6956288" y="6922248"/>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6956288" y="5400942"/>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12498311" y="2936573"/>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12498312" y="3648996"/>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12498312" y="2127690"/>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12498311" y="6209825"/>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12498312" y="6922248"/>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12498312" y="5400942"/>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1080656" y="2936573"/>
            <a:ext cx="5192931" cy="5357276"/>
          </a:xfrm>
        </p:spPr>
        <p:txBody>
          <a:bodyPr anchor="t">
            <a:noAutofit/>
          </a:bodyPr>
          <a:lstStyle>
            <a:lvl1pPr algn="l">
              <a:defRPr sz="7200" b="1" i="0">
                <a:solidFill>
                  <a:schemeClr val="tx1"/>
                </a:solidFill>
                <a:latin typeface="Aptos" pitchFamily="2" charset="77"/>
              </a:defRPr>
            </a:lvl1pPr>
          </a:lstStyle>
          <a:p>
            <a:r>
              <a:rPr lang="en-US"/>
              <a:t>Title should be less than ten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1080654" y="2139911"/>
            <a:ext cx="5192931" cy="548640"/>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Tree>
    <p:extLst>
      <p:ext uri="{BB962C8B-B14F-4D97-AF65-F5344CB8AC3E}">
        <p14:creationId xmlns:p14="http://schemas.microsoft.com/office/powerpoint/2010/main" val="34654260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I_Large number &amp; statement">
    <p:bg>
      <p:bgPr>
        <a:solidFill>
          <a:srgbClr val="000000"/>
        </a:solidFill>
        <a:effectLst/>
      </p:bgPr>
    </p:bg>
    <p:spTree>
      <p:nvGrpSpPr>
        <p:cNvPr id="1" name=""/>
        <p:cNvGrpSpPr/>
        <p:nvPr/>
      </p:nvGrpSpPr>
      <p:grpSpPr>
        <a:xfrm>
          <a:off x="0" y="0"/>
          <a:ext cx="0" cy="0"/>
          <a:chOff x="0" y="0"/>
          <a:chExt cx="0" cy="0"/>
        </a:xfrm>
      </p:grpSpPr>
      <p:pic>
        <p:nvPicPr>
          <p:cNvPr id="26" name="Picture 25" descr="A blue sky with clouds&#10;&#10;AI-generated content may be incorrect.">
            <a:extLst>
              <a:ext uri="{FF2B5EF4-FFF2-40B4-BE49-F238E27FC236}">
                <a16:creationId xmlns:a16="http://schemas.microsoft.com/office/drawing/2014/main" id="{58960C67-0FEF-76A6-AD49-528B3E8E24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399" y="0"/>
            <a:ext cx="9153399" cy="10287000"/>
          </a:xfrm>
          <a:prstGeom prst="rect">
            <a:avLst/>
          </a:prstGeom>
        </p:spPr>
      </p:pic>
      <p:sp>
        <p:nvSpPr>
          <p:cNvPr id="27" name="Title 1">
            <a:extLst>
              <a:ext uri="{FF2B5EF4-FFF2-40B4-BE49-F238E27FC236}">
                <a16:creationId xmlns:a16="http://schemas.microsoft.com/office/drawing/2014/main" id="{4D9AF2ED-3216-A0DB-3B2F-2F8D011C1203}"/>
              </a:ext>
            </a:extLst>
          </p:cNvPr>
          <p:cNvSpPr>
            <a:spLocks noGrp="1"/>
          </p:cNvSpPr>
          <p:nvPr>
            <p:ph type="ctrTitle" hasCustomPrompt="1"/>
          </p:nvPr>
        </p:nvSpPr>
        <p:spPr>
          <a:xfrm>
            <a:off x="749149" y="3676925"/>
            <a:ext cx="7636307" cy="2933150"/>
          </a:xfrm>
          <a:prstGeom prst="rect">
            <a:avLst/>
          </a:prstGeom>
        </p:spPr>
        <p:txBody>
          <a:bodyPr anchor="ctr">
            <a:noAutofit/>
          </a:bodyPr>
          <a:lstStyle>
            <a:lvl1pPr algn="ctr">
              <a:defRPr sz="18000" b="1" i="0" spc="-450">
                <a:solidFill>
                  <a:schemeClr val="bg1"/>
                </a:solidFill>
                <a:latin typeface="Aptos" pitchFamily="2" charset="77"/>
              </a:defRPr>
            </a:lvl1pPr>
          </a:lstStyle>
          <a:p>
            <a:r>
              <a:rPr lang="en-US"/>
              <a:t>XXM</a:t>
            </a:r>
          </a:p>
        </p:txBody>
      </p:sp>
      <p:sp>
        <p:nvSpPr>
          <p:cNvPr id="28" name="Text Placeholder 23">
            <a:extLst>
              <a:ext uri="{FF2B5EF4-FFF2-40B4-BE49-F238E27FC236}">
                <a16:creationId xmlns:a16="http://schemas.microsoft.com/office/drawing/2014/main" id="{695EE8D7-ECE2-9E6B-6D33-216903961B0D}"/>
              </a:ext>
            </a:extLst>
          </p:cNvPr>
          <p:cNvSpPr>
            <a:spLocks noGrp="1"/>
          </p:cNvSpPr>
          <p:nvPr>
            <p:ph type="body" sz="quarter" idx="32" hasCustomPrompt="1"/>
          </p:nvPr>
        </p:nvSpPr>
        <p:spPr>
          <a:xfrm>
            <a:off x="749147" y="6610075"/>
            <a:ext cx="7636307" cy="2076767"/>
          </a:xfrm>
          <a:prstGeom prst="rect">
            <a:avLst/>
          </a:prstGeom>
        </p:spPr>
        <p:txBody>
          <a:bodyPr anchor="t" anchorCtr="0">
            <a:noAutofit/>
          </a:bodyPr>
          <a:lstStyle>
            <a:lvl1pPr marL="0" indent="0" algn="ctr">
              <a:buNone/>
              <a:defRPr sz="2700" b="0" i="0">
                <a:solidFill>
                  <a:schemeClr val="bg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And/or statement here</a:t>
            </a:r>
          </a:p>
        </p:txBody>
      </p:sp>
      <p:sp>
        <p:nvSpPr>
          <p:cNvPr id="29" name="Text Placeholder 23">
            <a:extLst>
              <a:ext uri="{FF2B5EF4-FFF2-40B4-BE49-F238E27FC236}">
                <a16:creationId xmlns:a16="http://schemas.microsoft.com/office/drawing/2014/main" id="{1D69AF07-CF7E-EC05-D359-1D0CEF0097A5}"/>
              </a:ext>
            </a:extLst>
          </p:cNvPr>
          <p:cNvSpPr>
            <a:spLocks noGrp="1"/>
          </p:cNvSpPr>
          <p:nvPr>
            <p:ph type="body" sz="quarter" idx="33" hasCustomPrompt="1"/>
          </p:nvPr>
        </p:nvSpPr>
        <p:spPr>
          <a:xfrm>
            <a:off x="749147" y="1600158"/>
            <a:ext cx="7636307" cy="2001792"/>
          </a:xfrm>
          <a:prstGeom prst="rect">
            <a:avLst/>
          </a:prstGeom>
        </p:spPr>
        <p:txBody>
          <a:bodyPr anchor="b" anchorCtr="0">
            <a:noAutofit/>
          </a:bodyPr>
          <a:lstStyle>
            <a:lvl1pPr marL="0" indent="0" algn="ctr">
              <a:buNone/>
              <a:defRPr sz="2700" b="0" i="0">
                <a:solidFill>
                  <a:schemeClr val="bg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here</a:t>
            </a:r>
          </a:p>
        </p:txBody>
      </p:sp>
      <p:sp>
        <p:nvSpPr>
          <p:cNvPr id="30" name="Rectangle 29">
            <a:extLst>
              <a:ext uri="{FF2B5EF4-FFF2-40B4-BE49-F238E27FC236}">
                <a16:creationId xmlns:a16="http://schemas.microsoft.com/office/drawing/2014/main" id="{70F3FB04-B8E4-3529-78EA-6396FB756359}"/>
              </a:ext>
            </a:extLst>
          </p:cNvPr>
          <p:cNvSpPr/>
          <p:nvPr/>
        </p:nvSpPr>
        <p:spPr>
          <a:xfrm>
            <a:off x="914400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1" name="Text Placeholder 23">
            <a:extLst>
              <a:ext uri="{FF2B5EF4-FFF2-40B4-BE49-F238E27FC236}">
                <a16:creationId xmlns:a16="http://schemas.microsoft.com/office/drawing/2014/main" id="{1E3EC00F-A751-32AF-B158-5684CEF4EDD3}"/>
              </a:ext>
            </a:extLst>
          </p:cNvPr>
          <p:cNvSpPr>
            <a:spLocks noGrp="1"/>
          </p:cNvSpPr>
          <p:nvPr>
            <p:ph type="body" sz="quarter" idx="26" hasCustomPrompt="1"/>
          </p:nvPr>
        </p:nvSpPr>
        <p:spPr>
          <a:xfrm>
            <a:off x="9759777" y="7348628"/>
            <a:ext cx="7994289" cy="2346191"/>
          </a:xfrm>
          <a:prstGeom prst="rect">
            <a:avLst/>
          </a:prstGeom>
        </p:spPr>
        <p:txBody>
          <a:bodyPr anchor="b" anchorCtr="0">
            <a:noAutofit/>
          </a:bodyPr>
          <a:lstStyle>
            <a:lvl1pPr marL="0" indent="0" algn="l">
              <a:buNone/>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Description</a:t>
            </a:r>
          </a:p>
        </p:txBody>
      </p:sp>
      <p:sp>
        <p:nvSpPr>
          <p:cNvPr id="32" name="Text Placeholder 23">
            <a:extLst>
              <a:ext uri="{FF2B5EF4-FFF2-40B4-BE49-F238E27FC236}">
                <a16:creationId xmlns:a16="http://schemas.microsoft.com/office/drawing/2014/main" id="{3160BE5B-2BA3-D923-86BE-6A1E7BEAB11A}"/>
              </a:ext>
            </a:extLst>
          </p:cNvPr>
          <p:cNvSpPr>
            <a:spLocks noGrp="1"/>
          </p:cNvSpPr>
          <p:nvPr>
            <p:ph type="body" sz="quarter" idx="31" hasCustomPrompt="1"/>
          </p:nvPr>
        </p:nvSpPr>
        <p:spPr>
          <a:xfrm>
            <a:off x="9759777" y="592182"/>
            <a:ext cx="7994292" cy="808104"/>
          </a:xfrm>
          <a:prstGeom prst="rect">
            <a:avLst/>
          </a:prstGeom>
        </p:spPr>
        <p:txBody>
          <a:bodyPr anchor="ctr" anchorCtr="0">
            <a:noAutofit/>
          </a:bodyPr>
          <a:lstStyle>
            <a:lvl1pPr marL="0" indent="0" algn="l">
              <a:buNone/>
              <a:defRPr sz="24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Header</a:t>
            </a:r>
          </a:p>
        </p:txBody>
      </p:sp>
      <p:sp>
        <p:nvSpPr>
          <p:cNvPr id="33" name="Text Placeholder 9">
            <a:extLst>
              <a:ext uri="{FF2B5EF4-FFF2-40B4-BE49-F238E27FC236}">
                <a16:creationId xmlns:a16="http://schemas.microsoft.com/office/drawing/2014/main" id="{99BC23C1-D9EB-EBDD-BF6B-F0076FC5726A}"/>
              </a:ext>
            </a:extLst>
          </p:cNvPr>
          <p:cNvSpPr>
            <a:spLocks noGrp="1"/>
          </p:cNvSpPr>
          <p:nvPr>
            <p:ph type="body" sz="quarter" idx="34" hasCustomPrompt="1"/>
          </p:nvPr>
        </p:nvSpPr>
        <p:spPr>
          <a:xfrm>
            <a:off x="9759243" y="1617783"/>
            <a:ext cx="7994823" cy="4293108"/>
          </a:xfrm>
          <a:prstGeom prst="rect">
            <a:avLst/>
          </a:prstGeom>
        </p:spPr>
        <p:txBody>
          <a:bodyPr/>
          <a:lstStyle>
            <a:lvl1pPr>
              <a:defRPr sz="5400" b="1" i="0">
                <a:solidFill>
                  <a:schemeClr val="tx1"/>
                </a:solidFill>
                <a:latin typeface="Aptos" pitchFamily="2" charset="77"/>
                <a:cs typeface="Aptos" pitchFamily="2" charset="77"/>
              </a:defRPr>
            </a:lvl1pPr>
          </a:lstStyle>
          <a:p>
            <a:pPr lvl="0"/>
            <a:r>
              <a:rPr lang="en-US"/>
              <a:t>Statement that should be 10 words or less</a:t>
            </a:r>
          </a:p>
        </p:txBody>
      </p:sp>
    </p:spTree>
    <p:extLst>
      <p:ext uri="{BB962C8B-B14F-4D97-AF65-F5344CB8AC3E}">
        <p14:creationId xmlns:p14="http://schemas.microsoft.com/office/powerpoint/2010/main" val="9350264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433214" y="548467"/>
            <a:ext cx="6129150" cy="663953"/>
          </a:xfrm>
          <a:prstGeom prst="rect">
            <a:avLst/>
          </a:prstGeom>
        </p:spPr>
        <p:txBody>
          <a:bodyPr anchor="b" anchorCtr="0">
            <a:noAutofit/>
          </a:bodyPr>
          <a:lstStyle>
            <a:lvl1pPr marL="0" indent="0" algn="l">
              <a:buNone/>
              <a:defRPr sz="24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7491577" y="6369477"/>
            <a:ext cx="4859327" cy="685800"/>
          </a:xfrm>
          <a:prstGeom prst="rect">
            <a:avLst/>
          </a:prstGeom>
        </p:spPr>
        <p:txBody>
          <a:bodyPr anchor="t" anchorCtr="0">
            <a:noAutofit/>
          </a:bodyPr>
          <a:lstStyle>
            <a:lvl1pPr marL="0" indent="0" algn="l">
              <a:buNone/>
              <a:defRPr sz="2700" b="0" i="0">
                <a:solidFill>
                  <a:schemeClr val="tx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7491578" y="8037768"/>
            <a:ext cx="4859325" cy="1700766"/>
          </a:xfrm>
          <a:prstGeom prst="rect">
            <a:avLst/>
          </a:prstGeom>
        </p:spPr>
        <p:txBody>
          <a:bodyPr anchor="b">
            <a:noAutofit/>
          </a:bodyPr>
          <a:lstStyle>
            <a:lvl1pPr marL="0" indent="0" algn="l">
              <a:buNone/>
              <a:defRPr sz="24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13087705" y="6369477"/>
            <a:ext cx="4859327" cy="685800"/>
          </a:xfrm>
          <a:prstGeom prst="rect">
            <a:avLst/>
          </a:prstGeom>
        </p:spPr>
        <p:txBody>
          <a:bodyPr anchor="t" anchorCtr="0">
            <a:noAutofit/>
          </a:bodyPr>
          <a:lstStyle>
            <a:lvl1pPr marL="0" indent="0" algn="l">
              <a:buNone/>
              <a:defRPr sz="2700" b="0" i="0">
                <a:solidFill>
                  <a:schemeClr val="tx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13087706" y="8037768"/>
            <a:ext cx="4859325" cy="1700766"/>
          </a:xfrm>
          <a:prstGeom prst="rect">
            <a:avLst/>
          </a:prstGeom>
        </p:spPr>
        <p:txBody>
          <a:bodyPr anchor="b">
            <a:noAutofit/>
          </a:bodyPr>
          <a:lstStyle>
            <a:lvl1pPr marL="0" indent="0" algn="l">
              <a:buNone/>
              <a:defRPr sz="24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7494812" y="6000049"/>
            <a:ext cx="4859325" cy="342804"/>
          </a:xfrm>
          <a:prstGeom prst="rect">
            <a:avLst/>
          </a:prstGeom>
        </p:spPr>
        <p:txBody>
          <a:bodyPr anchor="ctr" anchorCtr="0">
            <a:noAutofit/>
          </a:bodyPr>
          <a:lstStyle>
            <a:lvl1pPr marL="0" indent="0" algn="l">
              <a:buNone/>
              <a:defRPr sz="18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13087706" y="6000049"/>
            <a:ext cx="4859325" cy="342804"/>
          </a:xfrm>
          <a:prstGeom prst="rect">
            <a:avLst/>
          </a:prstGeom>
        </p:spPr>
        <p:txBody>
          <a:bodyPr anchor="ctr" anchorCtr="0">
            <a:noAutofit/>
          </a:bodyPr>
          <a:lstStyle>
            <a:lvl1pPr marL="0" indent="0" algn="l">
              <a:buNone/>
              <a:defRPr sz="18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424606" y="1412925"/>
            <a:ext cx="6129149" cy="8325609"/>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p:nvSpPr>
        <p:spPr>
          <a:xfrm>
            <a:off x="12691872"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 name="Rectangle 3">
            <a:extLst>
              <a:ext uri="{FF2B5EF4-FFF2-40B4-BE49-F238E27FC236}">
                <a16:creationId xmlns:a16="http://schemas.microsoft.com/office/drawing/2014/main" id="{AA3C9200-315C-B256-15DE-34F1CA4FE119}"/>
              </a:ext>
            </a:extLst>
          </p:cNvPr>
          <p:cNvSpPr/>
          <p:nvPr/>
        </p:nvSpPr>
        <p:spPr>
          <a:xfrm>
            <a:off x="7086635"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7141499" y="0"/>
            <a:ext cx="5541264" cy="5541264"/>
          </a:xfrm>
          <a:prstGeom prst="rect">
            <a:avLst/>
          </a:prstGeom>
          <a:gradFill>
            <a:gsLst>
              <a:gs pos="100000">
                <a:srgbClr val="8CF2A6"/>
              </a:gs>
              <a:gs pos="0">
                <a:srgbClr val="C16EFF"/>
              </a:gs>
              <a:gs pos="52000">
                <a:srgbClr val="3194FF"/>
              </a:gs>
            </a:gsLst>
            <a:lin ang="2700000" scaled="1"/>
          </a:gradFill>
        </p:spPr>
        <p:txBody>
          <a:bodyPr/>
          <a:lstStyle/>
          <a:p>
            <a:r>
              <a:rPr lang="en-US"/>
              <a:t>Click icon to add picture</a:t>
            </a:r>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12746736" y="0"/>
            <a:ext cx="5541264" cy="5541264"/>
          </a:xfrm>
          <a:prstGeom prst="rect">
            <a:avLst/>
          </a:prstGeom>
          <a:gradFill flip="none" rotWithShape="1">
            <a:gsLst>
              <a:gs pos="100000">
                <a:srgbClr val="8CF2A6"/>
              </a:gs>
              <a:gs pos="0">
                <a:srgbClr val="C16EFF"/>
              </a:gs>
              <a:gs pos="52000">
                <a:srgbClr val="3194FF"/>
              </a:gs>
            </a:gsLst>
            <a:lin ang="8100000" scaled="1"/>
            <a:tileRect/>
          </a:gradFill>
        </p:spPr>
        <p:txBody>
          <a:bodyPr/>
          <a:lstStyle/>
          <a:p>
            <a:r>
              <a:rPr lang="en-US"/>
              <a:t>Click icon to add picture</a:t>
            </a:r>
          </a:p>
        </p:txBody>
      </p:sp>
      <p:sp>
        <p:nvSpPr>
          <p:cNvPr id="3" name="Rectangle 2">
            <a:extLst>
              <a:ext uri="{FF2B5EF4-FFF2-40B4-BE49-F238E27FC236}">
                <a16:creationId xmlns:a16="http://schemas.microsoft.com/office/drawing/2014/main" id="{8B56E78E-55A1-3101-DDA7-4715EFA4E778}"/>
              </a:ext>
            </a:extLst>
          </p:cNvPr>
          <p:cNvSpPr/>
          <p:nvPr/>
        </p:nvSpPr>
        <p:spPr>
          <a:xfrm>
            <a:off x="12691872"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Rectangle 4">
            <a:extLst>
              <a:ext uri="{FF2B5EF4-FFF2-40B4-BE49-F238E27FC236}">
                <a16:creationId xmlns:a16="http://schemas.microsoft.com/office/drawing/2014/main" id="{A2A30D0F-3B24-F391-734C-07CFDA5726CB}"/>
              </a:ext>
            </a:extLst>
          </p:cNvPr>
          <p:cNvSpPr/>
          <p:nvPr/>
        </p:nvSpPr>
        <p:spPr>
          <a:xfrm>
            <a:off x="7086635"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30859250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rowser / two statements">
    <p:bg>
      <p:bgPr>
        <a:solidFill>
          <a:srgbClr val="000000"/>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60FCB388-AE2B-FEE6-EDFC-B51DA5958CAB}"/>
              </a:ext>
            </a:extLst>
          </p:cNvPr>
          <p:cNvSpPr>
            <a:spLocks noGrp="1"/>
          </p:cNvSpPr>
          <p:nvPr>
            <p:ph type="pic" sz="quarter" idx="10" hasCustomPrompt="1"/>
          </p:nvPr>
        </p:nvSpPr>
        <p:spPr>
          <a:xfrm>
            <a:off x="11187746" y="1450229"/>
            <a:ext cx="7300281" cy="7610475"/>
          </a:xfrm>
          <a:prstGeom prst="rect">
            <a:avLst/>
          </a:prstGeom>
          <a:solidFill>
            <a:schemeClr val="bg1"/>
          </a:solidFill>
          <a:effectLst>
            <a:outerShdw blurRad="420955" dist="232110" dir="5100000" algn="t" rotWithShape="0">
              <a:prstClr val="black">
                <a:alpha val="40000"/>
              </a:prstClr>
            </a:outerShdw>
          </a:effectLst>
        </p:spPr>
        <p:txBody>
          <a:bodyPr anchor="ctr">
            <a:normAutofit/>
          </a:bodyPr>
          <a:lstStyle>
            <a:lvl1pPr algn="ctr">
              <a:defRPr sz="2700">
                <a:latin typeface="Aptos" pitchFamily="2" charset="77"/>
              </a:defRPr>
            </a:lvl1pPr>
          </a:lstStyle>
          <a:p>
            <a:r>
              <a:rPr lang="en-US"/>
              <a:t>Screenshot</a:t>
            </a:r>
          </a:p>
        </p:txBody>
      </p:sp>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1137572" y="1445064"/>
            <a:ext cx="9394988" cy="2977404"/>
          </a:xfrm>
          <a:prstGeom prst="rect">
            <a:avLst/>
          </a:prstGeom>
        </p:spPr>
        <p:txBody>
          <a:bodyPr anchor="t">
            <a:noAutofit/>
          </a:bodyPr>
          <a:lstStyle>
            <a:lvl1pPr algn="l">
              <a:defRPr sz="5400" b="1" i="0">
                <a:solidFill>
                  <a:schemeClr val="tx1"/>
                </a:solidFill>
                <a:latin typeface="Aptos" pitchFamily="2" charset="77"/>
              </a:defRPr>
            </a:lvl1pPr>
          </a:lstStyle>
          <a:p>
            <a:r>
              <a:rPr lang="en-US"/>
              <a:t>Title should be less </a:t>
            </a:r>
            <a:br>
              <a:rPr lang="en-US"/>
            </a:br>
            <a:r>
              <a:rPr lang="en-US"/>
              <a:t>than ten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1137572" y="6279790"/>
            <a:ext cx="4572890" cy="791936"/>
          </a:xfrm>
          <a:prstGeom prst="rect">
            <a:avLst/>
          </a:prstGeo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1137573" y="7106514"/>
            <a:ext cx="4572888" cy="1583871"/>
          </a:xfrm>
          <a:prstGeom prst="rect">
            <a:avLst/>
          </a:prstGeom>
        </p:spPr>
        <p:txBody>
          <a:bodyPr anchor="t">
            <a:norm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1137573" y="5470908"/>
            <a:ext cx="548640" cy="548640"/>
          </a:xfrm>
          <a:prstGeom prst="rect">
            <a:avLst/>
          </a:prstGeom>
        </p:spPr>
        <p:txBody>
          <a:bodyPr anchor="ctr">
            <a:normAutofit/>
          </a:bodyPr>
          <a:lstStyle>
            <a:lvl1pPr algn="ctr">
              <a:defRPr sz="9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5959670" y="6279790"/>
            <a:ext cx="4572890" cy="791936"/>
          </a:xfrm>
          <a:prstGeom prst="rect">
            <a:avLst/>
          </a:prstGeo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5959671" y="7106514"/>
            <a:ext cx="4572888" cy="1583871"/>
          </a:xfrm>
          <a:prstGeom prst="rect">
            <a:avLst/>
          </a:prstGeom>
        </p:spPr>
        <p:txBody>
          <a:bodyPr anchor="t">
            <a:norm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5959671" y="5470908"/>
            <a:ext cx="548640" cy="548640"/>
          </a:xfrm>
          <a:prstGeom prst="rect">
            <a:avLst/>
          </a:prstGeom>
        </p:spPr>
        <p:txBody>
          <a:bodyPr anchor="ctr">
            <a:normAutofit/>
          </a:bodyPr>
          <a:lstStyle>
            <a:lvl1pPr algn="ctr">
              <a:defRPr sz="9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1137572" y="861635"/>
            <a:ext cx="5192931" cy="548640"/>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pic>
        <p:nvPicPr>
          <p:cNvPr id="9" name="Picture 7">
            <a:extLst>
              <a:ext uri="{FF2B5EF4-FFF2-40B4-BE49-F238E27FC236}">
                <a16:creationId xmlns:a16="http://schemas.microsoft.com/office/drawing/2014/main" id="{7AE14FBB-7CBC-D32F-39FD-4ABA51B0086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187746" y="738331"/>
            <a:ext cx="13030200" cy="717767"/>
          </a:xfrm>
          <a:prstGeom prst="rect">
            <a:avLst/>
          </a:prstGeom>
        </p:spPr>
      </p:pic>
    </p:spTree>
    <p:extLst>
      <p:ext uri="{BB962C8B-B14F-4D97-AF65-F5344CB8AC3E}">
        <p14:creationId xmlns:p14="http://schemas.microsoft.com/office/powerpoint/2010/main" val="263452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card - Dark mode - 2 speakers">
    <p:bg>
      <p:bgPr>
        <a:solidFill>
          <a:srgbClr val="000000"/>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DABDFDA8-5032-521D-35FD-137BB6C48BEC}"/>
              </a:ext>
            </a:extLst>
          </p:cNvPr>
          <p:cNvPicPr>
            <a:picLocks noGrp="1" noRot="1" noChangeAspec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17511" y="4149"/>
            <a:ext cx="18258210" cy="10278696"/>
          </a:xfrm>
          <a:prstGeom prst="rect">
            <a:avLst/>
          </a:prstGeom>
        </p:spPr>
      </p:pic>
      <p:sp>
        <p:nvSpPr>
          <p:cNvPr id="6" name="Title 1">
            <a:extLst>
              <a:ext uri="{FF2B5EF4-FFF2-40B4-BE49-F238E27FC236}">
                <a16:creationId xmlns:a16="http://schemas.microsoft.com/office/drawing/2014/main" id="{8E9EE805-E24C-DF0B-BCAC-04CFE6E3C397}"/>
              </a:ext>
            </a:extLst>
          </p:cNvPr>
          <p:cNvSpPr>
            <a:spLocks noGrp="1"/>
          </p:cNvSpPr>
          <p:nvPr>
            <p:ph type="ctrTitle" hasCustomPrompt="1"/>
          </p:nvPr>
        </p:nvSpPr>
        <p:spPr>
          <a:xfrm>
            <a:off x="3931646" y="570522"/>
            <a:ext cx="13616867" cy="7237047"/>
          </a:xfrm>
          <a:prstGeom prst="rect">
            <a:avLst/>
          </a:prstGeom>
        </p:spPr>
        <p:txBody>
          <a:bodyPr anchor="t">
            <a:normAutofit/>
          </a:bodyPr>
          <a:lstStyle>
            <a:lvl1pPr algn="l">
              <a:lnSpc>
                <a:spcPct val="80000"/>
              </a:lnSpc>
              <a:defRPr sz="12000" b="1" i="0">
                <a:solidFill>
                  <a:srgbClr val="8BF1A6"/>
                </a:solidFill>
                <a:latin typeface="Aptos" pitchFamily="2" charset="77"/>
              </a:defRPr>
            </a:lvl1pPr>
          </a:lstStyle>
          <a:p>
            <a:r>
              <a:rPr lang="en-US"/>
              <a:t>Presentation title </a:t>
            </a:r>
          </a:p>
        </p:txBody>
      </p:sp>
      <p:sp>
        <p:nvSpPr>
          <p:cNvPr id="28" name="Text Placeholder 23">
            <a:extLst>
              <a:ext uri="{FF2B5EF4-FFF2-40B4-BE49-F238E27FC236}">
                <a16:creationId xmlns:a16="http://schemas.microsoft.com/office/drawing/2014/main" id="{63BAA1F4-E359-6D1D-15CC-0F72B8861330}"/>
              </a:ext>
            </a:extLst>
          </p:cNvPr>
          <p:cNvSpPr>
            <a:spLocks noGrp="1"/>
          </p:cNvSpPr>
          <p:nvPr>
            <p:ph type="body" sz="quarter" idx="25" hasCustomPrompt="1"/>
          </p:nvPr>
        </p:nvSpPr>
        <p:spPr>
          <a:xfrm>
            <a:off x="5556453" y="8596080"/>
            <a:ext cx="4377090" cy="685800"/>
          </a:xfrm>
          <a:prstGeom prst="rect">
            <a:avLst/>
          </a:prstGeom>
        </p:spPr>
        <p:txBody>
          <a:bodyPr anchor="b" anchorCtr="0">
            <a:noAutofit/>
          </a:bodyPr>
          <a:lstStyle>
            <a:lvl1pPr marL="0" indent="0" algn="l">
              <a:buNone/>
              <a:defRPr sz="2700" b="0" i="0">
                <a:solidFill>
                  <a:schemeClr val="tx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First &amp; last name</a:t>
            </a:r>
          </a:p>
        </p:txBody>
      </p:sp>
      <p:sp>
        <p:nvSpPr>
          <p:cNvPr id="29" name="Text Placeholder 23">
            <a:extLst>
              <a:ext uri="{FF2B5EF4-FFF2-40B4-BE49-F238E27FC236}">
                <a16:creationId xmlns:a16="http://schemas.microsoft.com/office/drawing/2014/main" id="{CDD225E2-CA3A-7780-C15A-F080FC674F51}"/>
              </a:ext>
            </a:extLst>
          </p:cNvPr>
          <p:cNvSpPr>
            <a:spLocks noGrp="1"/>
          </p:cNvSpPr>
          <p:nvPr>
            <p:ph type="body" sz="quarter" idx="26" hasCustomPrompt="1"/>
          </p:nvPr>
        </p:nvSpPr>
        <p:spPr>
          <a:xfrm>
            <a:off x="5556453" y="9349916"/>
            <a:ext cx="4377090" cy="685800"/>
          </a:xfrm>
          <a:prstGeom prst="rect">
            <a:avLst/>
          </a:prstGeom>
        </p:spPr>
        <p:txBody>
          <a:bodyPr anchor="t" anchorCtr="0">
            <a:noAutofit/>
          </a:bodyPr>
          <a:lstStyle>
            <a:lvl1pPr marL="0" indent="0" algn="l">
              <a:buNone/>
              <a:defRPr sz="21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Position  / Company</a:t>
            </a:r>
          </a:p>
        </p:txBody>
      </p:sp>
      <p:sp>
        <p:nvSpPr>
          <p:cNvPr id="11" name="Text Placeholder 23">
            <a:extLst>
              <a:ext uri="{FF2B5EF4-FFF2-40B4-BE49-F238E27FC236}">
                <a16:creationId xmlns:a16="http://schemas.microsoft.com/office/drawing/2014/main" id="{5266F897-93A3-9BD1-063F-566A08499464}"/>
              </a:ext>
            </a:extLst>
          </p:cNvPr>
          <p:cNvSpPr>
            <a:spLocks noGrp="1"/>
          </p:cNvSpPr>
          <p:nvPr>
            <p:ph type="body" sz="quarter" idx="38" hasCustomPrompt="1"/>
          </p:nvPr>
        </p:nvSpPr>
        <p:spPr>
          <a:xfrm>
            <a:off x="13163930" y="8596080"/>
            <a:ext cx="4377090" cy="685800"/>
          </a:xfrm>
          <a:prstGeom prst="rect">
            <a:avLst/>
          </a:prstGeom>
        </p:spPr>
        <p:txBody>
          <a:bodyPr anchor="b" anchorCtr="0">
            <a:noAutofit/>
          </a:bodyPr>
          <a:lstStyle>
            <a:lvl1pPr marL="0" indent="0" algn="l">
              <a:buNone/>
              <a:defRPr sz="2700" b="0" i="0">
                <a:solidFill>
                  <a:schemeClr val="tx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First &amp; last name</a:t>
            </a:r>
          </a:p>
        </p:txBody>
      </p:sp>
      <p:sp>
        <p:nvSpPr>
          <p:cNvPr id="12" name="Text Placeholder 23">
            <a:extLst>
              <a:ext uri="{FF2B5EF4-FFF2-40B4-BE49-F238E27FC236}">
                <a16:creationId xmlns:a16="http://schemas.microsoft.com/office/drawing/2014/main" id="{E7508BB4-E117-9BD4-BB08-C14AC1FE8406}"/>
              </a:ext>
            </a:extLst>
          </p:cNvPr>
          <p:cNvSpPr>
            <a:spLocks noGrp="1"/>
          </p:cNvSpPr>
          <p:nvPr>
            <p:ph type="body" sz="quarter" idx="39" hasCustomPrompt="1"/>
          </p:nvPr>
        </p:nvSpPr>
        <p:spPr>
          <a:xfrm>
            <a:off x="13163930" y="9349916"/>
            <a:ext cx="4377090" cy="685800"/>
          </a:xfrm>
          <a:prstGeom prst="rect">
            <a:avLst/>
          </a:prstGeom>
        </p:spPr>
        <p:txBody>
          <a:bodyPr anchor="t" anchorCtr="0">
            <a:noAutofit/>
          </a:bodyPr>
          <a:lstStyle>
            <a:lvl1pPr marL="0" indent="0" algn="l">
              <a:buNone/>
              <a:defRPr sz="21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Position  / Company</a:t>
            </a:r>
          </a:p>
        </p:txBody>
      </p:sp>
      <p:sp>
        <p:nvSpPr>
          <p:cNvPr id="5" name="Rectangle 4">
            <a:extLst>
              <a:ext uri="{FF2B5EF4-FFF2-40B4-BE49-F238E27FC236}">
                <a16:creationId xmlns:a16="http://schemas.microsoft.com/office/drawing/2014/main" id="{69D10252-CD1F-88BE-2B77-9454DC9DC583}"/>
              </a:ext>
            </a:extLst>
          </p:cNvPr>
          <p:cNvSpPr/>
          <p:nvPr/>
        </p:nvSpPr>
        <p:spPr>
          <a:xfrm rot="5400000">
            <a:off x="10725414" y="803877"/>
            <a:ext cx="54864" cy="150352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Picture Placeholder 9">
            <a:extLst>
              <a:ext uri="{FF2B5EF4-FFF2-40B4-BE49-F238E27FC236}">
                <a16:creationId xmlns:a16="http://schemas.microsoft.com/office/drawing/2014/main" id="{29CF073E-C979-1616-02A6-D777AA3C33E1}"/>
              </a:ext>
            </a:extLst>
          </p:cNvPr>
          <p:cNvSpPr>
            <a:spLocks noGrp="1" noChangeAspect="1"/>
          </p:cNvSpPr>
          <p:nvPr>
            <p:ph type="pic" sz="quarter" idx="41"/>
          </p:nvPr>
        </p:nvSpPr>
        <p:spPr>
          <a:xfrm>
            <a:off x="3277175" y="8347568"/>
            <a:ext cx="1947672" cy="1947672"/>
          </a:xfrm>
          <a:prstGeom prst="rect">
            <a:avLst/>
          </a:prstGeom>
        </p:spPr>
        <p:txBody>
          <a:bodyPr/>
          <a:lstStyle/>
          <a:p>
            <a:r>
              <a:rPr lang="en-US"/>
              <a:t>Click icon to add picture</a:t>
            </a:r>
          </a:p>
        </p:txBody>
      </p:sp>
      <p:sp>
        <p:nvSpPr>
          <p:cNvPr id="18" name="Picture Placeholder 9">
            <a:extLst>
              <a:ext uri="{FF2B5EF4-FFF2-40B4-BE49-F238E27FC236}">
                <a16:creationId xmlns:a16="http://schemas.microsoft.com/office/drawing/2014/main" id="{3F4DEFA9-46ED-D8EA-5B84-3FE3C18BC40F}"/>
              </a:ext>
            </a:extLst>
          </p:cNvPr>
          <p:cNvSpPr>
            <a:spLocks noGrp="1" noChangeAspect="1"/>
          </p:cNvSpPr>
          <p:nvPr>
            <p:ph type="pic" sz="quarter" idx="43"/>
          </p:nvPr>
        </p:nvSpPr>
        <p:spPr>
          <a:xfrm>
            <a:off x="10845059" y="8347568"/>
            <a:ext cx="1947672" cy="1947672"/>
          </a:xfrm>
          <a:prstGeom prst="rect">
            <a:avLst/>
          </a:prstGeom>
        </p:spPr>
        <p:txBody>
          <a:bodyPr/>
          <a:lstStyle/>
          <a:p>
            <a:r>
              <a:rPr lang="en-US"/>
              <a:t>Click icon to add picture</a:t>
            </a:r>
          </a:p>
        </p:txBody>
      </p:sp>
      <p:sp>
        <p:nvSpPr>
          <p:cNvPr id="4" name="Rectangle 3">
            <a:extLst>
              <a:ext uri="{FF2B5EF4-FFF2-40B4-BE49-F238E27FC236}">
                <a16:creationId xmlns:a16="http://schemas.microsoft.com/office/drawing/2014/main" id="{DAE7CB62-5C8D-2981-EAA4-46E33D55EA7C}"/>
              </a:ext>
            </a:extLst>
          </p:cNvPr>
          <p:cNvSpPr/>
          <p:nvPr/>
        </p:nvSpPr>
        <p:spPr>
          <a:xfrm>
            <a:off x="10793541" y="8298180"/>
            <a:ext cx="54864" cy="19888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0E1FDAD5-F73C-2051-12B7-768C08590F83}"/>
              </a:ext>
            </a:extLst>
          </p:cNvPr>
          <p:cNvPicPr/>
          <p:nvPr userDrawn="1"/>
        </p:nvPicPr>
        <p:blipFill>
          <a:blip r:embed="rId2" cstate="screen">
            <a:extLst>
              <a:ext uri="{28A0092B-C50C-407E-A947-70E740481C1C}">
                <a14:useLocalDpi xmlns:a14="http://schemas.microsoft.com/office/drawing/2010/main"/>
              </a:ext>
            </a:extLst>
          </a:blip>
          <a:srcRect/>
          <a:stretch/>
        </p:blipFill>
        <p:spPr>
          <a:xfrm>
            <a:off x="17511" y="4149"/>
            <a:ext cx="18258210" cy="10278696"/>
          </a:xfrm>
          <a:prstGeom prst="rect">
            <a:avLst/>
          </a:prstGeom>
        </p:spPr>
      </p:pic>
      <p:sp>
        <p:nvSpPr>
          <p:cNvPr id="3" name="Rectangle 2">
            <a:extLst>
              <a:ext uri="{FF2B5EF4-FFF2-40B4-BE49-F238E27FC236}">
                <a16:creationId xmlns:a16="http://schemas.microsoft.com/office/drawing/2014/main" id="{D19BA012-4758-5821-FBCD-5A7121139706}"/>
              </a:ext>
            </a:extLst>
          </p:cNvPr>
          <p:cNvSpPr/>
          <p:nvPr userDrawn="1"/>
        </p:nvSpPr>
        <p:spPr>
          <a:xfrm rot="5400000">
            <a:off x="10725414" y="803877"/>
            <a:ext cx="54864" cy="150352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7" name="Rectangle 6">
            <a:extLst>
              <a:ext uri="{FF2B5EF4-FFF2-40B4-BE49-F238E27FC236}">
                <a16:creationId xmlns:a16="http://schemas.microsoft.com/office/drawing/2014/main" id="{32C38B36-4406-87AF-45B9-EFED7BDD3DF4}"/>
              </a:ext>
            </a:extLst>
          </p:cNvPr>
          <p:cNvSpPr/>
          <p:nvPr userDrawn="1"/>
        </p:nvSpPr>
        <p:spPr>
          <a:xfrm>
            <a:off x="10793541" y="8298180"/>
            <a:ext cx="54864" cy="19888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6449142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003451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Agenda">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C6ECBF4C-BF4F-0D2C-EA8E-54C29F31B2F7}"/>
              </a:ext>
            </a:extLst>
          </p:cNvPr>
          <p:cNvSpPr>
            <a:spLocks noGrp="1"/>
          </p:cNvSpPr>
          <p:nvPr>
            <p:ph type="body" sz="quarter" idx="11" hasCustomPrompt="1"/>
          </p:nvPr>
        </p:nvSpPr>
        <p:spPr>
          <a:xfrm>
            <a:off x="6164722" y="502653"/>
            <a:ext cx="1089473" cy="9281694"/>
          </a:xfrm>
          <a:prstGeom prst="rect">
            <a:avLst/>
          </a:prstGeom>
        </p:spPr>
        <p:txBody>
          <a:bodyPr/>
          <a:lstStyle>
            <a:lvl1pPr>
              <a:defRPr sz="4200" b="1" i="0">
                <a:solidFill>
                  <a:srgbClr val="B6BFB8"/>
                </a:solidFill>
                <a:latin typeface="Aptos" pitchFamily="2" charset="77"/>
              </a:defRPr>
            </a:lvl1pPr>
          </a:lstStyle>
          <a:p>
            <a:pPr lvl="0"/>
            <a:r>
              <a:rPr lang="en-US"/>
              <a:t>01</a:t>
            </a:r>
          </a:p>
          <a:p>
            <a:pPr lvl="0"/>
            <a:r>
              <a:rPr lang="en-US"/>
              <a:t>02</a:t>
            </a:r>
          </a:p>
          <a:p>
            <a:pPr lvl="0"/>
            <a:r>
              <a:rPr lang="en-US"/>
              <a:t>03</a:t>
            </a:r>
          </a:p>
          <a:p>
            <a:pPr lvl="0"/>
            <a:r>
              <a:rPr lang="en-US"/>
              <a:t>04</a:t>
            </a:r>
          </a:p>
          <a:p>
            <a:pPr lvl="0"/>
            <a:r>
              <a:rPr lang="en-US"/>
              <a:t>05</a:t>
            </a:r>
          </a:p>
        </p:txBody>
      </p:sp>
      <p:sp>
        <p:nvSpPr>
          <p:cNvPr id="3" name="Text Placeholder 2">
            <a:extLst>
              <a:ext uri="{FF2B5EF4-FFF2-40B4-BE49-F238E27FC236}">
                <a16:creationId xmlns:a16="http://schemas.microsoft.com/office/drawing/2014/main" id="{88A2D5E6-6218-3513-0338-32F1DADBF965}"/>
              </a:ext>
            </a:extLst>
          </p:cNvPr>
          <p:cNvSpPr>
            <a:spLocks noGrp="1"/>
          </p:cNvSpPr>
          <p:nvPr>
            <p:ph type="body" sz="quarter" idx="12" hasCustomPrompt="1"/>
          </p:nvPr>
        </p:nvSpPr>
        <p:spPr>
          <a:xfrm>
            <a:off x="7254193" y="502653"/>
            <a:ext cx="10432733" cy="9281694"/>
          </a:xfrm>
          <a:prstGeom prst="rect">
            <a:avLst/>
          </a:prstGeom>
        </p:spPr>
        <p:txBody>
          <a:bodyPr/>
          <a:lstStyle>
            <a:lvl1pPr>
              <a:defRPr sz="4200" b="1" i="0">
                <a:solidFill>
                  <a:schemeClr val="tx1"/>
                </a:solidFill>
                <a:latin typeface="Aptos" pitchFamily="2" charset="77"/>
              </a:defRPr>
            </a:lvl1pPr>
          </a:lstStyle>
          <a:p>
            <a:pPr lvl="0"/>
            <a:r>
              <a:rPr lang="en-US"/>
              <a:t>Section title</a:t>
            </a:r>
          </a:p>
          <a:p>
            <a:pPr lvl="0"/>
            <a:r>
              <a:rPr lang="en-US"/>
              <a:t>Section title </a:t>
            </a:r>
          </a:p>
          <a:p>
            <a:pPr lvl="0"/>
            <a:r>
              <a:rPr lang="en-US"/>
              <a:t>Section title</a:t>
            </a:r>
          </a:p>
          <a:p>
            <a:pPr lvl="0"/>
            <a:r>
              <a:rPr lang="en-US"/>
              <a:t>Section title</a:t>
            </a:r>
          </a:p>
          <a:p>
            <a:pPr lvl="0"/>
            <a:r>
              <a:rPr lang="en-US"/>
              <a:t>Section title </a:t>
            </a:r>
          </a:p>
        </p:txBody>
      </p:sp>
      <p:sp>
        <p:nvSpPr>
          <p:cNvPr id="8" name="TextBox 7">
            <a:extLst>
              <a:ext uri="{FF2B5EF4-FFF2-40B4-BE49-F238E27FC236}">
                <a16:creationId xmlns:a16="http://schemas.microsoft.com/office/drawing/2014/main" id="{16ADB4EE-5BC1-F20C-23D5-E728D77BC32D}"/>
              </a:ext>
            </a:extLst>
          </p:cNvPr>
          <p:cNvSpPr txBox="1"/>
          <p:nvPr/>
        </p:nvSpPr>
        <p:spPr>
          <a:xfrm>
            <a:off x="385262" y="502653"/>
            <a:ext cx="4591185" cy="1477328"/>
          </a:xfrm>
          <a:prstGeom prst="rect">
            <a:avLst/>
          </a:prstGeom>
          <a:noFill/>
        </p:spPr>
        <p:txBody>
          <a:bodyPr wrap="square" rtlCol="0">
            <a:spAutoFit/>
          </a:bodyPr>
          <a:lstStyle/>
          <a:p>
            <a:pPr algn="ctr"/>
            <a:r>
              <a:rPr lang="en-US" sz="9000" b="1" i="0">
                <a:solidFill>
                  <a:schemeClr val="tx1"/>
                </a:solidFill>
                <a:latin typeface="Aptos" pitchFamily="2" charset="77"/>
                <a:cs typeface="Aptos" pitchFamily="2" charset="77"/>
              </a:rPr>
              <a:t>Agenda</a:t>
            </a:r>
          </a:p>
        </p:txBody>
      </p:sp>
      <p:sp>
        <p:nvSpPr>
          <p:cNvPr id="9" name="Rectangle 8">
            <a:extLst>
              <a:ext uri="{FF2B5EF4-FFF2-40B4-BE49-F238E27FC236}">
                <a16:creationId xmlns:a16="http://schemas.microsoft.com/office/drawing/2014/main" id="{CE94A6F1-D848-E63F-EE08-EB5E912E073C}"/>
              </a:ext>
            </a:extLst>
          </p:cNvPr>
          <p:cNvSpPr/>
          <p:nvPr/>
        </p:nvSpPr>
        <p:spPr>
          <a:xfrm>
            <a:off x="5495993"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9918928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Panel Title Card - green mode">
    <p:bg>
      <p:bgPr>
        <a:solidFill>
          <a:srgbClr val="00000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2B1EC0-7FF8-CC20-FE27-A035712249B9}"/>
              </a:ext>
            </a:extLst>
          </p:cNvPr>
          <p:cNvPicPr/>
          <p:nvPr/>
        </p:nvPicPr>
        <p:blipFill>
          <a:blip r:embed="rId2" cstate="screen">
            <a:extLst>
              <a:ext uri="{28A0092B-C50C-407E-A947-70E740481C1C}">
                <a14:useLocalDpi xmlns:a14="http://schemas.microsoft.com/office/drawing/2010/main"/>
              </a:ext>
            </a:extLst>
          </a:blip>
          <a:srcRect/>
          <a:stretch/>
        </p:blipFill>
        <p:spPr>
          <a:xfrm>
            <a:off x="0" y="-4233"/>
            <a:ext cx="18288000" cy="10295466"/>
          </a:xfrm>
          <a:prstGeom prst="rect">
            <a:avLst/>
          </a:prstGeom>
        </p:spPr>
      </p:pic>
      <p:sp>
        <p:nvSpPr>
          <p:cNvPr id="12" name="Title 1">
            <a:extLst>
              <a:ext uri="{FF2B5EF4-FFF2-40B4-BE49-F238E27FC236}">
                <a16:creationId xmlns:a16="http://schemas.microsoft.com/office/drawing/2014/main" id="{17311656-A7F6-E685-5661-15D8FA1D6A45}"/>
              </a:ext>
            </a:extLst>
          </p:cNvPr>
          <p:cNvSpPr>
            <a:spLocks noGrp="1"/>
          </p:cNvSpPr>
          <p:nvPr>
            <p:ph type="ctrTitle" hasCustomPrompt="1"/>
          </p:nvPr>
        </p:nvSpPr>
        <p:spPr>
          <a:xfrm>
            <a:off x="3772553" y="2088479"/>
            <a:ext cx="13558659" cy="6110045"/>
          </a:xfrm>
          <a:prstGeom prst="rect">
            <a:avLst/>
          </a:prstGeom>
        </p:spPr>
        <p:txBody>
          <a:bodyPr anchor="ctr">
            <a:normAutofit/>
          </a:bodyPr>
          <a:lstStyle>
            <a:lvl1pPr algn="l">
              <a:lnSpc>
                <a:spcPct val="80000"/>
              </a:lnSpc>
              <a:defRPr sz="9000" b="1" i="0">
                <a:solidFill>
                  <a:schemeClr val="bg1"/>
                </a:solidFill>
                <a:latin typeface="Aptos" pitchFamily="2" charset="77"/>
              </a:defRPr>
            </a:lvl1pPr>
          </a:lstStyle>
          <a:p>
            <a:r>
              <a:rPr lang="en-US"/>
              <a:t>Section title</a:t>
            </a:r>
          </a:p>
        </p:txBody>
      </p:sp>
    </p:spTree>
    <p:extLst>
      <p:ext uri="{BB962C8B-B14F-4D97-AF65-F5344CB8AC3E}">
        <p14:creationId xmlns:p14="http://schemas.microsoft.com/office/powerpoint/2010/main" val="745560176"/>
      </p:ext>
    </p:extLst>
  </p:cSld>
  <p:clrMapOvr>
    <a:masterClrMapping/>
  </p:clrMapOvr>
  <p:extLst>
    <p:ext uri="{DCECCB84-F9BA-43D5-87BE-67443E8EF086}">
      <p15:sldGuideLst xmlns:p15="http://schemas.microsoft.com/office/powerpoint/2012/main">
        <p15:guide id="1" pos="172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Copilot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571017"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571017"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 name="Picture Placeholder 9">
            <a:extLst>
              <a:ext uri="{FF2B5EF4-FFF2-40B4-BE49-F238E27FC236}">
                <a16:creationId xmlns:a16="http://schemas.microsoft.com/office/drawing/2014/main" id="{EC38ED57-A90D-1FEC-BCD3-69F2431F29E6}"/>
              </a:ext>
            </a:extLst>
          </p:cNvPr>
          <p:cNvSpPr>
            <a:spLocks noGrp="1"/>
          </p:cNvSpPr>
          <p:nvPr>
            <p:ph type="pic" sz="quarter" idx="32"/>
          </p:nvPr>
        </p:nvSpPr>
        <p:spPr>
          <a:xfrm>
            <a:off x="9132093" y="0"/>
            <a:ext cx="9155907" cy="10287000"/>
          </a:xfrm>
          <a:prstGeom prst="rect">
            <a:avLst/>
          </a:prstGeom>
          <a:solidFill>
            <a:schemeClr val="accent3"/>
          </a:solidFill>
        </p:spPr>
        <p:txBody>
          <a:bodyPr/>
          <a:lstStyle/>
          <a:p>
            <a:r>
              <a:rPr lang="en-US"/>
              <a:t>Click icon to add picture</a:t>
            </a:r>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571017"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Tree>
    <p:extLst>
      <p:ext uri="{BB962C8B-B14F-4D97-AF65-F5344CB8AC3E}">
        <p14:creationId xmlns:p14="http://schemas.microsoft.com/office/powerpoint/2010/main" val="22519900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pilot feature specific 2">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9730515"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9730515"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9730515"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
        <p:nvSpPr>
          <p:cNvPr id="10" name="Picture Placeholder 9">
            <a:extLst>
              <a:ext uri="{FF2B5EF4-FFF2-40B4-BE49-F238E27FC236}">
                <a16:creationId xmlns:a16="http://schemas.microsoft.com/office/drawing/2014/main" id="{16F761FA-ABFC-2709-D9A4-285A770143CD}"/>
              </a:ext>
            </a:extLst>
          </p:cNvPr>
          <p:cNvSpPr>
            <a:spLocks noGrp="1"/>
          </p:cNvSpPr>
          <p:nvPr>
            <p:ph type="pic" sz="quarter" idx="32"/>
          </p:nvPr>
        </p:nvSpPr>
        <p:spPr>
          <a:xfrm>
            <a:off x="0" y="0"/>
            <a:ext cx="9155907" cy="10287000"/>
          </a:xfrm>
          <a:prstGeom prst="rect">
            <a:avLst/>
          </a:prstGeom>
          <a:solidFill>
            <a:schemeClr val="accent3"/>
          </a:solidFill>
        </p:spPr>
        <p:txBody>
          <a:bodyPr/>
          <a:lstStyle/>
          <a:p>
            <a:r>
              <a:rPr lang="en-US"/>
              <a:t>Click icon to add picture</a:t>
            </a:r>
          </a:p>
        </p:txBody>
      </p:sp>
      <p:sp>
        <p:nvSpPr>
          <p:cNvPr id="11" name="Rectangle 10">
            <a:extLst>
              <a:ext uri="{FF2B5EF4-FFF2-40B4-BE49-F238E27FC236}">
                <a16:creationId xmlns:a16="http://schemas.microsoft.com/office/drawing/2014/main" id="{7839CEF6-F6BE-74F6-C7E2-3B1FB8C11D25}"/>
              </a:ext>
            </a:extLst>
          </p:cNvPr>
          <p:cNvSpPr/>
          <p:nvPr/>
        </p:nvSpPr>
        <p:spPr>
          <a:xfrm>
            <a:off x="9155004"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6819267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Copilot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p:nvSpPr>
        <p:spPr>
          <a:xfrm>
            <a:off x="2470442" y="3805869"/>
            <a:ext cx="13347107" cy="6824031"/>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700">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p:nvSpPr>
        <p:spPr>
          <a:xfrm rot="5400000">
            <a:off x="9116568" y="-9114282"/>
            <a:ext cx="54864" cy="182834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916927"/>
            <a:ext cx="18283428" cy="1690992"/>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5146854" y="394652"/>
            <a:ext cx="7994292" cy="430101"/>
          </a:xfrm>
          <a:prstGeom prst="rect">
            <a:avLst/>
          </a:prstGeom>
        </p:spPr>
        <p:txBody>
          <a:bodyPr anchor="ctr" anchorCtr="0">
            <a:noAutofit/>
          </a:bodyPr>
          <a:lstStyle>
            <a:lvl1pPr marL="0" indent="0" algn="ctr">
              <a:buNone/>
              <a:defRPr sz="18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40917196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571017"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571017"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571017"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9132093" y="0"/>
            <a:ext cx="9155907" cy="10287000"/>
          </a:xfrm>
          <a:prstGeom prst="rect">
            <a:avLst/>
          </a:prstGeom>
          <a:solidFill>
            <a:schemeClr val="accent1"/>
          </a:solidFill>
        </p:spPr>
        <p:txBody>
          <a:bodyPr/>
          <a:lstStyle/>
          <a:p>
            <a:r>
              <a:rPr lang="en-US"/>
              <a:t>Click icon to add picture</a:t>
            </a:r>
          </a:p>
        </p:txBody>
      </p:sp>
    </p:spTree>
    <p:extLst>
      <p:ext uri="{BB962C8B-B14F-4D97-AF65-F5344CB8AC3E}">
        <p14:creationId xmlns:p14="http://schemas.microsoft.com/office/powerpoint/2010/main" val="469776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p:nvSpPr>
        <p:spPr>
          <a:xfrm>
            <a:off x="2470442" y="3805869"/>
            <a:ext cx="13347107" cy="6824031"/>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700">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p:nvSpPr>
        <p:spPr>
          <a:xfrm rot="5400000">
            <a:off x="9116568" y="-9114282"/>
            <a:ext cx="54864" cy="182834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916927"/>
            <a:ext cx="18283428" cy="1690992"/>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5146854" y="394652"/>
            <a:ext cx="7994292" cy="430101"/>
          </a:xfrm>
          <a:prstGeom prst="rect">
            <a:avLst/>
          </a:prstGeom>
        </p:spPr>
        <p:txBody>
          <a:bodyPr anchor="ctr" anchorCtr="0">
            <a:noAutofit/>
          </a:bodyPr>
          <a:lstStyle>
            <a:lvl1pPr marL="0" indent="0" algn="ctr">
              <a:buNone/>
              <a:defRPr sz="18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23901083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Enterprise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571017"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571017"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571017"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608E0FD1-CD5E-A504-86F7-8B2F8D1E3CC9}"/>
              </a:ext>
            </a:extLst>
          </p:cNvPr>
          <p:cNvSpPr>
            <a:spLocks noGrp="1"/>
          </p:cNvSpPr>
          <p:nvPr>
            <p:ph type="pic" sz="quarter" idx="32"/>
          </p:nvPr>
        </p:nvSpPr>
        <p:spPr>
          <a:xfrm>
            <a:off x="9132093" y="0"/>
            <a:ext cx="9155907" cy="10287000"/>
          </a:xfrm>
          <a:prstGeom prst="rect">
            <a:avLst/>
          </a:prstGeom>
          <a:solidFill>
            <a:schemeClr val="accent5"/>
          </a:solidFill>
        </p:spPr>
        <p:txBody>
          <a:bodyPr/>
          <a:lstStyle/>
          <a:p>
            <a:r>
              <a:rPr lang="en-US"/>
              <a:t>Click icon to add picture</a:t>
            </a:r>
          </a:p>
        </p:txBody>
      </p:sp>
    </p:spTree>
    <p:extLst>
      <p:ext uri="{BB962C8B-B14F-4D97-AF65-F5344CB8AC3E}">
        <p14:creationId xmlns:p14="http://schemas.microsoft.com/office/powerpoint/2010/main" val="18937895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Enterprise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16924322-F239-A0FF-709F-A1F181CBA489}"/>
              </a:ext>
            </a:extLst>
          </p:cNvPr>
          <p:cNvSpPr>
            <a:spLocks noGrp="1"/>
          </p:cNvSpPr>
          <p:nvPr>
            <p:ph type="pic" sz="quarter" idx="32"/>
          </p:nvPr>
        </p:nvSpPr>
        <p:spPr>
          <a:xfrm>
            <a:off x="0" y="0"/>
            <a:ext cx="9155907" cy="10287000"/>
          </a:xfrm>
          <a:prstGeom prst="rect">
            <a:avLst/>
          </a:prstGeom>
          <a:solidFill>
            <a:schemeClr val="accent5"/>
          </a:solidFill>
        </p:spPr>
        <p:txBody>
          <a:bodyPr/>
          <a:lstStyle/>
          <a:p>
            <a:r>
              <a:rPr lang="en-US"/>
              <a:t>Click icon to add picture</a:t>
            </a:r>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9730515"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9730515"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9730515"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p:nvSpPr>
        <p:spPr>
          <a:xfrm>
            <a:off x="9155004"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3547949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Enterprise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p:nvSpPr>
        <p:spPr>
          <a:xfrm>
            <a:off x="2470442" y="3805869"/>
            <a:ext cx="13347107" cy="6824031"/>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700">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p:nvSpPr>
        <p:spPr>
          <a:xfrm rot="5400000">
            <a:off x="9116568" y="-9114282"/>
            <a:ext cx="54864" cy="182834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916927"/>
            <a:ext cx="18283428" cy="1690992"/>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5146854" y="394652"/>
            <a:ext cx="7994292" cy="430101"/>
          </a:xfrm>
          <a:prstGeom prst="rect">
            <a:avLst/>
          </a:prstGeom>
        </p:spPr>
        <p:txBody>
          <a:bodyPr anchor="ctr" anchorCtr="0">
            <a:noAutofit/>
          </a:bodyPr>
          <a:lstStyle>
            <a:lvl1pPr marL="0" indent="0" algn="ctr">
              <a:buNone/>
              <a:defRPr sz="18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41206509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433214" y="548467"/>
            <a:ext cx="6129150" cy="663953"/>
          </a:xfrm>
          <a:prstGeom prst="rect">
            <a:avLst/>
          </a:prstGeom>
        </p:spPr>
        <p:txBody>
          <a:bodyPr anchor="b" anchorCtr="0">
            <a:noAutofit/>
          </a:bodyPr>
          <a:lstStyle>
            <a:lvl1pPr marL="0" indent="0" algn="l">
              <a:buNone/>
              <a:defRPr sz="24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7491577" y="6369477"/>
            <a:ext cx="4859327" cy="685800"/>
          </a:xfrm>
          <a:prstGeom prst="rect">
            <a:avLst/>
          </a:prstGeom>
        </p:spPr>
        <p:txBody>
          <a:bodyPr anchor="t" anchorCtr="0">
            <a:noAutofit/>
          </a:bodyPr>
          <a:lstStyle>
            <a:lvl1pPr marL="0" indent="0" algn="l">
              <a:buNone/>
              <a:defRPr sz="2700" b="0" i="0">
                <a:solidFill>
                  <a:schemeClr val="tx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7491578" y="8037768"/>
            <a:ext cx="4859325" cy="1700766"/>
          </a:xfrm>
          <a:prstGeom prst="rect">
            <a:avLst/>
          </a:prstGeom>
        </p:spPr>
        <p:txBody>
          <a:bodyPr anchor="b">
            <a:noAutofit/>
          </a:bodyPr>
          <a:lstStyle>
            <a:lvl1pPr marL="0" indent="0" algn="l">
              <a:buNone/>
              <a:defRPr sz="24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13087705" y="6369477"/>
            <a:ext cx="4859327" cy="685800"/>
          </a:xfrm>
          <a:prstGeom prst="rect">
            <a:avLst/>
          </a:prstGeom>
        </p:spPr>
        <p:txBody>
          <a:bodyPr anchor="t" anchorCtr="0">
            <a:noAutofit/>
          </a:bodyPr>
          <a:lstStyle>
            <a:lvl1pPr marL="0" indent="0" algn="l">
              <a:buNone/>
              <a:defRPr sz="2700" b="0" i="0">
                <a:solidFill>
                  <a:schemeClr val="tx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13087706" y="8037768"/>
            <a:ext cx="4859325" cy="1700766"/>
          </a:xfrm>
          <a:prstGeom prst="rect">
            <a:avLst/>
          </a:prstGeom>
        </p:spPr>
        <p:txBody>
          <a:bodyPr anchor="b">
            <a:noAutofit/>
          </a:bodyPr>
          <a:lstStyle>
            <a:lvl1pPr marL="0" indent="0" algn="l">
              <a:buNone/>
              <a:defRPr sz="24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7494812" y="6000049"/>
            <a:ext cx="4859325" cy="342804"/>
          </a:xfrm>
          <a:prstGeom prst="rect">
            <a:avLst/>
          </a:prstGeom>
        </p:spPr>
        <p:txBody>
          <a:bodyPr anchor="ctr" anchorCtr="0">
            <a:noAutofit/>
          </a:bodyPr>
          <a:lstStyle>
            <a:lvl1pPr marL="0" indent="0" algn="l">
              <a:buNone/>
              <a:defRPr sz="18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13087706" y="6000049"/>
            <a:ext cx="4859325" cy="342804"/>
          </a:xfrm>
          <a:prstGeom prst="rect">
            <a:avLst/>
          </a:prstGeom>
        </p:spPr>
        <p:txBody>
          <a:bodyPr anchor="ctr" anchorCtr="0">
            <a:noAutofit/>
          </a:bodyPr>
          <a:lstStyle>
            <a:lvl1pPr marL="0" indent="0" algn="l">
              <a:buNone/>
              <a:defRPr sz="18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424606" y="1412925"/>
            <a:ext cx="6129149" cy="8325609"/>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p:nvSpPr>
        <p:spPr>
          <a:xfrm>
            <a:off x="12691872"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 name="Rectangle 3">
            <a:extLst>
              <a:ext uri="{FF2B5EF4-FFF2-40B4-BE49-F238E27FC236}">
                <a16:creationId xmlns:a16="http://schemas.microsoft.com/office/drawing/2014/main" id="{AA3C9200-315C-B256-15DE-34F1CA4FE119}"/>
              </a:ext>
            </a:extLst>
          </p:cNvPr>
          <p:cNvSpPr/>
          <p:nvPr/>
        </p:nvSpPr>
        <p:spPr>
          <a:xfrm>
            <a:off x="7086635"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7141499" y="0"/>
            <a:ext cx="5541264" cy="5541264"/>
          </a:xfrm>
          <a:prstGeom prst="rect">
            <a:avLst/>
          </a:prstGeom>
          <a:solidFill>
            <a:schemeClr val="accent3"/>
          </a:solidFill>
        </p:spPr>
        <p:txBody>
          <a:bodyPr/>
          <a:lstStyle/>
          <a:p>
            <a:r>
              <a:rPr lang="en-US"/>
              <a:t>Click icon to add picture</a:t>
            </a:r>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12746736" y="0"/>
            <a:ext cx="5541264" cy="5541264"/>
          </a:xfrm>
          <a:prstGeom prst="rect">
            <a:avLst/>
          </a:prstGeom>
          <a:solidFill>
            <a:schemeClr val="accent3"/>
          </a:solidFill>
        </p:spPr>
        <p:txBody>
          <a:bodyPr/>
          <a:lstStyle/>
          <a:p>
            <a:r>
              <a:rPr lang="en-US"/>
              <a:t>Click icon to add picture</a:t>
            </a:r>
          </a:p>
        </p:txBody>
      </p:sp>
    </p:spTree>
    <p:extLst>
      <p:ext uri="{BB962C8B-B14F-4D97-AF65-F5344CB8AC3E}">
        <p14:creationId xmlns:p14="http://schemas.microsoft.com/office/powerpoint/2010/main" val="1009808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Security Roadmap slide_3 features - light mod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E16561-B8B1-9D14-AD15-7B3274B52B27}"/>
              </a:ext>
            </a:extLst>
          </p:cNvPr>
          <p:cNvSpPr/>
          <p:nvPr/>
        </p:nvSpPr>
        <p:spPr>
          <a:xfrm>
            <a:off x="12176840" y="2633472"/>
            <a:ext cx="54864" cy="76535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8" name="Text Placeholder 23">
            <a:extLst>
              <a:ext uri="{FF2B5EF4-FFF2-40B4-BE49-F238E27FC236}">
                <a16:creationId xmlns:a16="http://schemas.microsoft.com/office/drawing/2014/main" id="{64EEAE1A-5DA8-56EB-F8EA-26929E8D8A2A}"/>
              </a:ext>
            </a:extLst>
          </p:cNvPr>
          <p:cNvSpPr>
            <a:spLocks noGrp="1"/>
          </p:cNvSpPr>
          <p:nvPr>
            <p:ph type="body" sz="quarter" idx="31" hasCustomPrompt="1"/>
          </p:nvPr>
        </p:nvSpPr>
        <p:spPr>
          <a:xfrm>
            <a:off x="399764" y="473945"/>
            <a:ext cx="17507769" cy="663953"/>
          </a:xfrm>
          <a:prstGeom prst="rect">
            <a:avLst/>
          </a:prstGeom>
        </p:spPr>
        <p:txBody>
          <a:bodyPr anchor="b" anchorCtr="0">
            <a:noAutofit/>
          </a:bodyPr>
          <a:lstStyle>
            <a:lvl1pPr marL="0" indent="0" algn="l">
              <a:buNone/>
              <a:defRPr sz="24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
        <p:nvSpPr>
          <p:cNvPr id="29" name="Text Placeholder 23">
            <a:extLst>
              <a:ext uri="{FF2B5EF4-FFF2-40B4-BE49-F238E27FC236}">
                <a16:creationId xmlns:a16="http://schemas.microsoft.com/office/drawing/2014/main" id="{E0769167-6666-38D4-621D-ED2CDB7679E5}"/>
              </a:ext>
            </a:extLst>
          </p:cNvPr>
          <p:cNvSpPr>
            <a:spLocks noGrp="1"/>
          </p:cNvSpPr>
          <p:nvPr>
            <p:ph type="body" sz="quarter" idx="26" hasCustomPrompt="1"/>
          </p:nvPr>
        </p:nvSpPr>
        <p:spPr>
          <a:xfrm>
            <a:off x="397863" y="8151009"/>
            <a:ext cx="5262858" cy="685800"/>
          </a:xfrm>
          <a:prstGeom prst="rect">
            <a:avLst/>
          </a:prstGeom>
        </p:spPr>
        <p:txBody>
          <a:bodyPr anchor="t" anchorCtr="0">
            <a:noAutofit/>
          </a:bodyPr>
          <a:lstStyle>
            <a:lvl1pPr marL="0" indent="0" algn="l">
              <a:buNone/>
              <a:defRPr sz="2700" b="0" i="0">
                <a:solidFill>
                  <a:schemeClr val="bg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New feature/tool</a:t>
            </a:r>
          </a:p>
        </p:txBody>
      </p:sp>
      <p:sp>
        <p:nvSpPr>
          <p:cNvPr id="30" name="Text Placeholder 23">
            <a:extLst>
              <a:ext uri="{FF2B5EF4-FFF2-40B4-BE49-F238E27FC236}">
                <a16:creationId xmlns:a16="http://schemas.microsoft.com/office/drawing/2014/main" id="{39A8D513-B9E9-7B5B-B3D5-A4C690BDF9AE}"/>
              </a:ext>
            </a:extLst>
          </p:cNvPr>
          <p:cNvSpPr>
            <a:spLocks noGrp="1"/>
          </p:cNvSpPr>
          <p:nvPr>
            <p:ph type="body" sz="quarter" idx="27" hasCustomPrompt="1"/>
          </p:nvPr>
        </p:nvSpPr>
        <p:spPr>
          <a:xfrm>
            <a:off x="397862" y="8912420"/>
            <a:ext cx="5262858" cy="900636"/>
          </a:xfrm>
          <a:prstGeom prst="rect">
            <a:avLst/>
          </a:prstGeom>
        </p:spPr>
        <p:txBody>
          <a:bodyPr anchor="b">
            <a:noAutofit/>
          </a:bodyPr>
          <a:lstStyle>
            <a:lvl1pPr marL="0" indent="0" algn="l">
              <a:buNone/>
              <a:defRPr sz="2400" b="0" i="0">
                <a:solidFill>
                  <a:srgbClr val="5A615C"/>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31" name="Text Placeholder 23">
            <a:extLst>
              <a:ext uri="{FF2B5EF4-FFF2-40B4-BE49-F238E27FC236}">
                <a16:creationId xmlns:a16="http://schemas.microsoft.com/office/drawing/2014/main" id="{A76A2BB0-FCD6-2636-7423-16BB5C27207D}"/>
              </a:ext>
            </a:extLst>
          </p:cNvPr>
          <p:cNvSpPr>
            <a:spLocks noGrp="1"/>
          </p:cNvSpPr>
          <p:nvPr>
            <p:ph type="body" sz="quarter" idx="32" hasCustomPrompt="1"/>
          </p:nvPr>
        </p:nvSpPr>
        <p:spPr>
          <a:xfrm>
            <a:off x="6436802" y="8151009"/>
            <a:ext cx="5415084" cy="685800"/>
          </a:xfrm>
          <a:prstGeom prst="rect">
            <a:avLst/>
          </a:prstGeom>
        </p:spPr>
        <p:txBody>
          <a:bodyPr anchor="t" anchorCtr="0">
            <a:noAutofit/>
          </a:bodyPr>
          <a:lstStyle>
            <a:lvl1pPr marL="0" indent="0" algn="l">
              <a:buNone/>
              <a:defRPr sz="2700" b="0" i="0">
                <a:solidFill>
                  <a:schemeClr val="bg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New feature/tool</a:t>
            </a:r>
          </a:p>
        </p:txBody>
      </p:sp>
      <p:sp>
        <p:nvSpPr>
          <p:cNvPr id="32" name="Text Placeholder 23">
            <a:extLst>
              <a:ext uri="{FF2B5EF4-FFF2-40B4-BE49-F238E27FC236}">
                <a16:creationId xmlns:a16="http://schemas.microsoft.com/office/drawing/2014/main" id="{04EA0C85-87D4-757E-83C4-5832F27B42D3}"/>
              </a:ext>
            </a:extLst>
          </p:cNvPr>
          <p:cNvSpPr>
            <a:spLocks noGrp="1"/>
          </p:cNvSpPr>
          <p:nvPr>
            <p:ph type="body" sz="quarter" idx="33" hasCustomPrompt="1"/>
          </p:nvPr>
        </p:nvSpPr>
        <p:spPr>
          <a:xfrm>
            <a:off x="6436800" y="8912420"/>
            <a:ext cx="5415084" cy="900636"/>
          </a:xfrm>
          <a:prstGeom prst="rect">
            <a:avLst/>
          </a:prstGeom>
        </p:spPr>
        <p:txBody>
          <a:bodyPr anchor="b">
            <a:noAutofit/>
          </a:bodyPr>
          <a:lstStyle>
            <a:lvl1pPr marL="0" indent="0" algn="l">
              <a:buNone/>
              <a:defRPr sz="2400" b="0" i="0">
                <a:solidFill>
                  <a:srgbClr val="5A615C"/>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33" name="Text Placeholder 23">
            <a:extLst>
              <a:ext uri="{FF2B5EF4-FFF2-40B4-BE49-F238E27FC236}">
                <a16:creationId xmlns:a16="http://schemas.microsoft.com/office/drawing/2014/main" id="{6D8116AD-CE22-2D8C-9DE3-F3C77FA0753B}"/>
              </a:ext>
            </a:extLst>
          </p:cNvPr>
          <p:cNvSpPr>
            <a:spLocks noGrp="1"/>
          </p:cNvSpPr>
          <p:nvPr>
            <p:ph type="body" sz="quarter" idx="35" hasCustomPrompt="1"/>
          </p:nvPr>
        </p:nvSpPr>
        <p:spPr>
          <a:xfrm>
            <a:off x="12556659" y="8151009"/>
            <a:ext cx="5404101" cy="685800"/>
          </a:xfrm>
          <a:prstGeom prst="rect">
            <a:avLst/>
          </a:prstGeom>
        </p:spPr>
        <p:txBody>
          <a:bodyPr anchor="t" anchorCtr="0">
            <a:noAutofit/>
          </a:bodyPr>
          <a:lstStyle>
            <a:lvl1pPr marL="0" indent="0" algn="l">
              <a:buNone/>
              <a:defRPr sz="2700" b="0" i="0">
                <a:solidFill>
                  <a:schemeClr val="bg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New feature/tool</a:t>
            </a:r>
          </a:p>
        </p:txBody>
      </p:sp>
      <p:sp>
        <p:nvSpPr>
          <p:cNvPr id="34" name="Text Placeholder 23">
            <a:extLst>
              <a:ext uri="{FF2B5EF4-FFF2-40B4-BE49-F238E27FC236}">
                <a16:creationId xmlns:a16="http://schemas.microsoft.com/office/drawing/2014/main" id="{151BA3FC-D378-BC14-12AC-B36B8DDEBA1A}"/>
              </a:ext>
            </a:extLst>
          </p:cNvPr>
          <p:cNvSpPr>
            <a:spLocks noGrp="1"/>
          </p:cNvSpPr>
          <p:nvPr>
            <p:ph type="body" sz="quarter" idx="36" hasCustomPrompt="1"/>
          </p:nvPr>
        </p:nvSpPr>
        <p:spPr>
          <a:xfrm>
            <a:off x="12556658" y="8912420"/>
            <a:ext cx="5404101" cy="900636"/>
          </a:xfrm>
          <a:prstGeom prst="rect">
            <a:avLst/>
          </a:prstGeom>
        </p:spPr>
        <p:txBody>
          <a:bodyPr anchor="b">
            <a:noAutofit/>
          </a:bodyPr>
          <a:lstStyle>
            <a:lvl1pPr marL="0" indent="0" algn="l">
              <a:buNone/>
              <a:defRPr sz="2400" b="0" i="0">
                <a:solidFill>
                  <a:srgbClr val="5A615C"/>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35" name="Text Placeholder 23">
            <a:extLst>
              <a:ext uri="{FF2B5EF4-FFF2-40B4-BE49-F238E27FC236}">
                <a16:creationId xmlns:a16="http://schemas.microsoft.com/office/drawing/2014/main" id="{5B4CF656-7D1C-725E-023D-71287E559159}"/>
              </a:ext>
            </a:extLst>
          </p:cNvPr>
          <p:cNvSpPr>
            <a:spLocks noGrp="1"/>
          </p:cNvSpPr>
          <p:nvPr>
            <p:ph type="body" sz="quarter" idx="41" hasCustomPrompt="1"/>
          </p:nvPr>
        </p:nvSpPr>
        <p:spPr>
          <a:xfrm>
            <a:off x="397862" y="7808205"/>
            <a:ext cx="5262858" cy="342804"/>
          </a:xfrm>
          <a:prstGeom prst="rect">
            <a:avLst/>
          </a:prstGeom>
        </p:spPr>
        <p:txBody>
          <a:bodyPr anchor="ctr" anchorCtr="0">
            <a:noAutofit/>
          </a:bodyPr>
          <a:lstStyle>
            <a:lvl1pPr marL="0" indent="0" algn="l">
              <a:buNone/>
              <a:defRPr sz="18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a:t>
            </a:r>
          </a:p>
        </p:txBody>
      </p:sp>
      <p:sp>
        <p:nvSpPr>
          <p:cNvPr id="36" name="Text Placeholder 23">
            <a:extLst>
              <a:ext uri="{FF2B5EF4-FFF2-40B4-BE49-F238E27FC236}">
                <a16:creationId xmlns:a16="http://schemas.microsoft.com/office/drawing/2014/main" id="{233DF6E9-5543-2FB0-CA50-1F53ED4A1728}"/>
              </a:ext>
            </a:extLst>
          </p:cNvPr>
          <p:cNvSpPr>
            <a:spLocks noGrp="1"/>
          </p:cNvSpPr>
          <p:nvPr>
            <p:ph type="body" sz="quarter" idx="42" hasCustomPrompt="1"/>
          </p:nvPr>
        </p:nvSpPr>
        <p:spPr>
          <a:xfrm>
            <a:off x="6436800" y="7781582"/>
            <a:ext cx="5415084" cy="342804"/>
          </a:xfrm>
          <a:prstGeom prst="rect">
            <a:avLst/>
          </a:prstGeom>
        </p:spPr>
        <p:txBody>
          <a:bodyPr anchor="ctr" anchorCtr="0">
            <a:noAutofit/>
          </a:bodyPr>
          <a:lstStyle>
            <a:lvl1pPr marL="0" indent="0" algn="l">
              <a:buNone/>
              <a:defRPr sz="18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a:t>
            </a:r>
          </a:p>
        </p:txBody>
      </p:sp>
      <p:sp>
        <p:nvSpPr>
          <p:cNvPr id="37" name="Text Placeholder 23">
            <a:extLst>
              <a:ext uri="{FF2B5EF4-FFF2-40B4-BE49-F238E27FC236}">
                <a16:creationId xmlns:a16="http://schemas.microsoft.com/office/drawing/2014/main" id="{19097207-A056-2FD7-F060-385A6EC4EDD3}"/>
              </a:ext>
            </a:extLst>
          </p:cNvPr>
          <p:cNvSpPr>
            <a:spLocks noGrp="1"/>
          </p:cNvSpPr>
          <p:nvPr>
            <p:ph type="body" sz="quarter" idx="43" hasCustomPrompt="1"/>
          </p:nvPr>
        </p:nvSpPr>
        <p:spPr>
          <a:xfrm>
            <a:off x="12556658" y="7781582"/>
            <a:ext cx="5404101" cy="342804"/>
          </a:xfrm>
          <a:prstGeom prst="rect">
            <a:avLst/>
          </a:prstGeom>
        </p:spPr>
        <p:txBody>
          <a:bodyPr anchor="ctr" anchorCtr="0">
            <a:noAutofit/>
          </a:bodyPr>
          <a:lstStyle>
            <a:lvl1pPr marL="0" indent="0" algn="l">
              <a:buNone/>
              <a:defRPr sz="18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a:t>
            </a:r>
          </a:p>
        </p:txBody>
      </p:sp>
      <p:sp>
        <p:nvSpPr>
          <p:cNvPr id="38" name="Title 5">
            <a:extLst>
              <a:ext uri="{FF2B5EF4-FFF2-40B4-BE49-F238E27FC236}">
                <a16:creationId xmlns:a16="http://schemas.microsoft.com/office/drawing/2014/main" id="{F59283A9-EF46-CC74-737A-A8DA35AE2369}"/>
              </a:ext>
            </a:extLst>
          </p:cNvPr>
          <p:cNvSpPr>
            <a:spLocks noGrp="1"/>
          </p:cNvSpPr>
          <p:nvPr>
            <p:ph type="title" hasCustomPrompt="1"/>
          </p:nvPr>
        </p:nvSpPr>
        <p:spPr>
          <a:xfrm>
            <a:off x="397862" y="1344040"/>
            <a:ext cx="17507771" cy="1052795"/>
          </a:xfrm>
          <a:prstGeom prst="rect">
            <a:avLst/>
          </a:prstGeom>
        </p:spPr>
        <p:txBody>
          <a:bodyPr/>
          <a:lstStyle>
            <a:lvl1pPr>
              <a:defRPr b="1" i="0">
                <a:solidFill>
                  <a:schemeClr val="bg1"/>
                </a:solidFill>
                <a:latin typeface="Aptos" pitchFamily="2" charset="77"/>
              </a:defRPr>
            </a:lvl1pPr>
          </a:lstStyle>
          <a:p>
            <a:r>
              <a:rPr lang="en-US"/>
              <a:t>Title that should be 10 words or less</a:t>
            </a:r>
          </a:p>
        </p:txBody>
      </p:sp>
      <p:sp>
        <p:nvSpPr>
          <p:cNvPr id="3" name="Rectangle 2">
            <a:extLst>
              <a:ext uri="{FF2B5EF4-FFF2-40B4-BE49-F238E27FC236}">
                <a16:creationId xmlns:a16="http://schemas.microsoft.com/office/drawing/2014/main" id="{4A760EA7-4222-D88A-826C-72AA4D4DD8B0}"/>
              </a:ext>
            </a:extLst>
          </p:cNvPr>
          <p:cNvSpPr/>
          <p:nvPr/>
        </p:nvSpPr>
        <p:spPr>
          <a:xfrm>
            <a:off x="6062474" y="2633472"/>
            <a:ext cx="54864" cy="76535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2" name="Rectangle 11">
            <a:extLst>
              <a:ext uri="{FF2B5EF4-FFF2-40B4-BE49-F238E27FC236}">
                <a16:creationId xmlns:a16="http://schemas.microsoft.com/office/drawing/2014/main" id="{73D93795-C7C0-7636-091A-A6E374D7AD46}"/>
              </a:ext>
            </a:extLst>
          </p:cNvPr>
          <p:cNvSpPr/>
          <p:nvPr/>
        </p:nvSpPr>
        <p:spPr>
          <a:xfrm rot="5400000">
            <a:off x="9116568" y="-6492579"/>
            <a:ext cx="54864" cy="182834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Picture Placeholder 13">
            <a:extLst>
              <a:ext uri="{FF2B5EF4-FFF2-40B4-BE49-F238E27FC236}">
                <a16:creationId xmlns:a16="http://schemas.microsoft.com/office/drawing/2014/main" id="{EBC815E3-BB59-F649-6CA9-D540D7BF34BC}"/>
              </a:ext>
            </a:extLst>
          </p:cNvPr>
          <p:cNvSpPr>
            <a:spLocks noGrp="1"/>
          </p:cNvSpPr>
          <p:nvPr>
            <p:ph type="pic" sz="quarter" idx="44"/>
          </p:nvPr>
        </p:nvSpPr>
        <p:spPr>
          <a:xfrm>
            <a:off x="0" y="2676569"/>
            <a:ext cx="6048375" cy="4655318"/>
          </a:xfrm>
          <a:prstGeom prst="rect">
            <a:avLst/>
          </a:prstGeom>
          <a:solidFill>
            <a:schemeClr val="accent1"/>
          </a:solidFill>
        </p:spPr>
        <p:txBody>
          <a:bodyPr/>
          <a:lstStyle/>
          <a:p>
            <a:r>
              <a:rPr lang="en-US"/>
              <a:t>Click icon to add picture</a:t>
            </a:r>
          </a:p>
        </p:txBody>
      </p:sp>
      <p:sp>
        <p:nvSpPr>
          <p:cNvPr id="15" name="Picture Placeholder 13">
            <a:extLst>
              <a:ext uri="{FF2B5EF4-FFF2-40B4-BE49-F238E27FC236}">
                <a16:creationId xmlns:a16="http://schemas.microsoft.com/office/drawing/2014/main" id="{0A1DC661-4272-AC8D-8951-BCB09F14B217}"/>
              </a:ext>
            </a:extLst>
          </p:cNvPr>
          <p:cNvSpPr>
            <a:spLocks noGrp="1"/>
          </p:cNvSpPr>
          <p:nvPr>
            <p:ph type="pic" sz="quarter" idx="45"/>
          </p:nvPr>
        </p:nvSpPr>
        <p:spPr>
          <a:xfrm>
            <a:off x="6119813" y="2676569"/>
            <a:ext cx="6048375" cy="4655318"/>
          </a:xfrm>
          <a:prstGeom prst="rect">
            <a:avLst/>
          </a:prstGeom>
          <a:solidFill>
            <a:schemeClr val="accent1"/>
          </a:solidFill>
        </p:spPr>
        <p:txBody>
          <a:bodyPr/>
          <a:lstStyle/>
          <a:p>
            <a:r>
              <a:rPr lang="en-US"/>
              <a:t>Click icon to add picture</a:t>
            </a:r>
          </a:p>
        </p:txBody>
      </p:sp>
      <p:sp>
        <p:nvSpPr>
          <p:cNvPr id="16" name="Picture Placeholder 13">
            <a:extLst>
              <a:ext uri="{FF2B5EF4-FFF2-40B4-BE49-F238E27FC236}">
                <a16:creationId xmlns:a16="http://schemas.microsoft.com/office/drawing/2014/main" id="{C7D4584E-4C3C-7308-6D5B-892C90B6695F}"/>
              </a:ext>
            </a:extLst>
          </p:cNvPr>
          <p:cNvSpPr>
            <a:spLocks noGrp="1"/>
          </p:cNvSpPr>
          <p:nvPr>
            <p:ph type="pic" sz="quarter" idx="46"/>
          </p:nvPr>
        </p:nvSpPr>
        <p:spPr>
          <a:xfrm>
            <a:off x="12239625" y="2676569"/>
            <a:ext cx="6048375" cy="4655318"/>
          </a:xfrm>
          <a:prstGeom prst="rect">
            <a:avLst/>
          </a:prstGeom>
          <a:solidFill>
            <a:schemeClr val="accent1"/>
          </a:solidFill>
        </p:spPr>
        <p:txBody>
          <a:bodyPr/>
          <a:lstStyle/>
          <a:p>
            <a:r>
              <a:rPr lang="en-US"/>
              <a:t>Click icon to add picture</a:t>
            </a:r>
          </a:p>
        </p:txBody>
      </p:sp>
    </p:spTree>
    <p:extLst>
      <p:ext uri="{BB962C8B-B14F-4D97-AF65-F5344CB8AC3E}">
        <p14:creationId xmlns:p14="http://schemas.microsoft.com/office/powerpoint/2010/main" val="36372567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Enterprise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9132093" y="0"/>
            <a:ext cx="9155907" cy="10287000"/>
          </a:xfrm>
          <a:prstGeom prst="rect">
            <a:avLst/>
          </a:prstGeom>
          <a:solidFill>
            <a:schemeClr val="accent5"/>
          </a:solidFill>
        </p:spPr>
        <p:txBody>
          <a:bodyPr/>
          <a:lstStyle/>
          <a:p>
            <a:r>
              <a:rPr lang="en-US"/>
              <a:t>Click icon to add picture</a:t>
            </a:r>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571017" y="7348628"/>
            <a:ext cx="7994289" cy="2346191"/>
          </a:xfrm>
          <a:prstGeom prst="rect">
            <a:avLst/>
          </a:prstGeom>
        </p:spPr>
        <p:txBody>
          <a:bodyPr anchor="b" anchorCtr="0">
            <a:noAutofit/>
          </a:bodyPr>
          <a:lstStyle>
            <a:lvl1pPr marL="0" indent="0" algn="l">
              <a:buNone/>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571017" y="592182"/>
            <a:ext cx="7994292" cy="808104"/>
          </a:xfrm>
          <a:prstGeom prst="rect">
            <a:avLst/>
          </a:prstGeom>
        </p:spPr>
        <p:txBody>
          <a:bodyPr anchor="ctr" anchorCtr="0">
            <a:noAutofit/>
          </a:bodyPr>
          <a:lstStyle>
            <a:lvl1pPr marL="0" indent="0" algn="l">
              <a:buNone/>
              <a:defRPr sz="24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571017" y="1617784"/>
            <a:ext cx="7994289" cy="4290647"/>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1025890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Speaker bios (2 speaker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F3FDF2F6-0C09-B759-ED6E-3BDD87138F69}"/>
              </a:ext>
            </a:extLst>
          </p:cNvPr>
          <p:cNvSpPr>
            <a:spLocks noGrp="1"/>
          </p:cNvSpPr>
          <p:nvPr>
            <p:ph type="pic" sz="quarter" idx="39" hasCustomPrompt="1"/>
          </p:nvPr>
        </p:nvSpPr>
        <p:spPr>
          <a:xfrm>
            <a:off x="9319432" y="1330739"/>
            <a:ext cx="7663136" cy="4868237"/>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2700">
                <a:latin typeface="Aptos" pitchFamily="2" charset="77"/>
              </a:defRPr>
            </a:lvl1pPr>
          </a:lstStyle>
          <a:p>
            <a:r>
              <a:rPr lang="en-US"/>
              <a:t>Photo of speaker</a:t>
            </a:r>
          </a:p>
        </p:txBody>
      </p:sp>
      <p:sp>
        <p:nvSpPr>
          <p:cNvPr id="3" name="Picture Placeholder 17">
            <a:extLst>
              <a:ext uri="{FF2B5EF4-FFF2-40B4-BE49-F238E27FC236}">
                <a16:creationId xmlns:a16="http://schemas.microsoft.com/office/drawing/2014/main" id="{984C9A0B-0D19-5546-B75C-FEC1FABD63FF}"/>
              </a:ext>
            </a:extLst>
          </p:cNvPr>
          <p:cNvSpPr>
            <a:spLocks noGrp="1"/>
          </p:cNvSpPr>
          <p:nvPr>
            <p:ph type="pic" sz="quarter" idx="10" hasCustomPrompt="1"/>
          </p:nvPr>
        </p:nvSpPr>
        <p:spPr>
          <a:xfrm>
            <a:off x="1305425" y="1330739"/>
            <a:ext cx="7663136" cy="4868237"/>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2700">
                <a:latin typeface="Aptos" pitchFamily="2" charset="77"/>
              </a:defRPr>
            </a:lvl1pPr>
          </a:lstStyle>
          <a:p>
            <a:r>
              <a:rPr lang="en-US"/>
              <a:t>Photo of speaker</a:t>
            </a:r>
          </a:p>
        </p:txBody>
      </p:sp>
      <p:sp>
        <p:nvSpPr>
          <p:cNvPr id="6" name="Text Placeholder 23">
            <a:extLst>
              <a:ext uri="{FF2B5EF4-FFF2-40B4-BE49-F238E27FC236}">
                <a16:creationId xmlns:a16="http://schemas.microsoft.com/office/drawing/2014/main" id="{347ABF95-5A12-B61E-19CB-B893D566D326}"/>
              </a:ext>
            </a:extLst>
          </p:cNvPr>
          <p:cNvSpPr>
            <a:spLocks noGrp="1"/>
          </p:cNvSpPr>
          <p:nvPr>
            <p:ph type="body" sz="quarter" idx="34" hasCustomPrompt="1"/>
          </p:nvPr>
        </p:nvSpPr>
        <p:spPr>
          <a:xfrm>
            <a:off x="1305425" y="7812320"/>
            <a:ext cx="7600034" cy="1900434"/>
          </a:xfrm>
          <a:prstGeom prst="rect">
            <a:avLst/>
          </a:prstGeom>
        </p:spPr>
        <p:txBody>
          <a:bodyPr anchor="t"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Write the speaker bio here</a:t>
            </a:r>
          </a:p>
        </p:txBody>
      </p:sp>
      <p:sp>
        <p:nvSpPr>
          <p:cNvPr id="7" name="Text Placeholder 23">
            <a:extLst>
              <a:ext uri="{FF2B5EF4-FFF2-40B4-BE49-F238E27FC236}">
                <a16:creationId xmlns:a16="http://schemas.microsoft.com/office/drawing/2014/main" id="{01BFB022-2179-4159-D6AB-E98490DA0C42}"/>
              </a:ext>
            </a:extLst>
          </p:cNvPr>
          <p:cNvSpPr>
            <a:spLocks noGrp="1"/>
          </p:cNvSpPr>
          <p:nvPr>
            <p:ph type="body" sz="quarter" idx="30" hasCustomPrompt="1"/>
          </p:nvPr>
        </p:nvSpPr>
        <p:spPr>
          <a:xfrm>
            <a:off x="1305427" y="6504056"/>
            <a:ext cx="7600037" cy="808103"/>
          </a:xfrm>
          <a:prstGeom prst="rect">
            <a:avLst/>
          </a:prstGeom>
        </p:spPr>
        <p:txBody>
          <a:bodyPr anchor="t" anchorCtr="0">
            <a:noAutofit/>
          </a:bodyPr>
          <a:lstStyle>
            <a:lvl1pPr marL="0" indent="0" algn="l">
              <a:buNone/>
              <a:defRPr sz="3600" b="1"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First &amp; last name</a:t>
            </a:r>
          </a:p>
        </p:txBody>
      </p:sp>
      <p:sp>
        <p:nvSpPr>
          <p:cNvPr id="8" name="Text Placeholder 23">
            <a:extLst>
              <a:ext uri="{FF2B5EF4-FFF2-40B4-BE49-F238E27FC236}">
                <a16:creationId xmlns:a16="http://schemas.microsoft.com/office/drawing/2014/main" id="{8A57A9A7-E0F4-7827-5DF6-3585E337734F}"/>
              </a:ext>
            </a:extLst>
          </p:cNvPr>
          <p:cNvSpPr>
            <a:spLocks noGrp="1"/>
          </p:cNvSpPr>
          <p:nvPr>
            <p:ph type="body" sz="quarter" idx="31" hasCustomPrompt="1"/>
          </p:nvPr>
        </p:nvSpPr>
        <p:spPr>
          <a:xfrm>
            <a:off x="1305426" y="7327151"/>
            <a:ext cx="7600035" cy="465128"/>
          </a:xfrm>
          <a:prstGeom prst="rect">
            <a:avLst/>
          </a:prstGeom>
        </p:spPr>
        <p:txBody>
          <a:bodyPr anchor="ctr" anchorCtr="0">
            <a:noAutofit/>
          </a:bodyPr>
          <a:lstStyle>
            <a:lvl1pPr marL="0" indent="0" algn="l">
              <a:buNone/>
              <a:defRPr sz="21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Position title / Company name</a:t>
            </a:r>
          </a:p>
        </p:txBody>
      </p:sp>
      <p:sp>
        <p:nvSpPr>
          <p:cNvPr id="5" name="Text Placeholder 23">
            <a:extLst>
              <a:ext uri="{FF2B5EF4-FFF2-40B4-BE49-F238E27FC236}">
                <a16:creationId xmlns:a16="http://schemas.microsoft.com/office/drawing/2014/main" id="{9069A236-613C-7FB0-5EA8-A37EDBDE6A37}"/>
              </a:ext>
            </a:extLst>
          </p:cNvPr>
          <p:cNvSpPr>
            <a:spLocks noGrp="1"/>
          </p:cNvSpPr>
          <p:nvPr>
            <p:ph type="body" sz="quarter" idx="36" hasCustomPrompt="1"/>
          </p:nvPr>
        </p:nvSpPr>
        <p:spPr>
          <a:xfrm>
            <a:off x="9382535" y="7812320"/>
            <a:ext cx="7600034" cy="1900434"/>
          </a:xfrm>
          <a:prstGeom prst="rect">
            <a:avLst/>
          </a:prstGeom>
        </p:spPr>
        <p:txBody>
          <a:bodyPr anchor="t"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Write the speaker bio here</a:t>
            </a:r>
          </a:p>
        </p:txBody>
      </p:sp>
      <p:sp>
        <p:nvSpPr>
          <p:cNvPr id="9" name="Text Placeholder 23">
            <a:extLst>
              <a:ext uri="{FF2B5EF4-FFF2-40B4-BE49-F238E27FC236}">
                <a16:creationId xmlns:a16="http://schemas.microsoft.com/office/drawing/2014/main" id="{133A6542-358F-68BF-EC8C-3ED656B2CE84}"/>
              </a:ext>
            </a:extLst>
          </p:cNvPr>
          <p:cNvSpPr>
            <a:spLocks noGrp="1"/>
          </p:cNvSpPr>
          <p:nvPr>
            <p:ph type="body" sz="quarter" idx="37" hasCustomPrompt="1"/>
          </p:nvPr>
        </p:nvSpPr>
        <p:spPr>
          <a:xfrm>
            <a:off x="9382537" y="6504056"/>
            <a:ext cx="7600037" cy="808103"/>
          </a:xfrm>
          <a:prstGeom prst="rect">
            <a:avLst/>
          </a:prstGeom>
        </p:spPr>
        <p:txBody>
          <a:bodyPr anchor="t" anchorCtr="0">
            <a:noAutofit/>
          </a:bodyPr>
          <a:lstStyle>
            <a:lvl1pPr marL="0" indent="0" algn="l">
              <a:buNone/>
              <a:defRPr sz="3600" b="1"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First &amp; last name</a:t>
            </a:r>
          </a:p>
        </p:txBody>
      </p:sp>
      <p:sp>
        <p:nvSpPr>
          <p:cNvPr id="10" name="Text Placeholder 23">
            <a:extLst>
              <a:ext uri="{FF2B5EF4-FFF2-40B4-BE49-F238E27FC236}">
                <a16:creationId xmlns:a16="http://schemas.microsoft.com/office/drawing/2014/main" id="{1FBE1546-3446-D9B9-3F7B-461085F58DCB}"/>
              </a:ext>
            </a:extLst>
          </p:cNvPr>
          <p:cNvSpPr>
            <a:spLocks noGrp="1"/>
          </p:cNvSpPr>
          <p:nvPr>
            <p:ph type="body" sz="quarter" idx="38" hasCustomPrompt="1"/>
          </p:nvPr>
        </p:nvSpPr>
        <p:spPr>
          <a:xfrm>
            <a:off x="9382536" y="7327151"/>
            <a:ext cx="7600035" cy="465128"/>
          </a:xfrm>
          <a:prstGeom prst="rect">
            <a:avLst/>
          </a:prstGeom>
        </p:spPr>
        <p:txBody>
          <a:bodyPr anchor="ctr" anchorCtr="0">
            <a:noAutofit/>
          </a:bodyPr>
          <a:lstStyle>
            <a:lvl1pPr marL="0" indent="0" algn="l">
              <a:buNone/>
              <a:defRPr sz="21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Position title / Company name</a:t>
            </a:r>
          </a:p>
        </p:txBody>
      </p:sp>
    </p:spTree>
    <p:extLst>
      <p:ext uri="{BB962C8B-B14F-4D97-AF65-F5344CB8AC3E}">
        <p14:creationId xmlns:p14="http://schemas.microsoft.com/office/powerpoint/2010/main" val="37619915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14034407" y="-1567543"/>
            <a:ext cx="184731" cy="507831"/>
          </a:xfrm>
          <a:prstGeom prst="rect">
            <a:avLst/>
          </a:prstGeom>
          <a:noFill/>
        </p:spPr>
        <p:txBody>
          <a:bodyPr wrap="none" rtlCol="0">
            <a:spAutoFit/>
          </a:bodyPr>
          <a:lstStyle/>
          <a:p>
            <a:endParaRPr lang="en-US" sz="2700"/>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1080654" y="7739744"/>
            <a:ext cx="16228248" cy="1485029"/>
          </a:xfrm>
        </p:spPr>
        <p:txBody>
          <a:bodyPr anchor="t" anchorCtr="0">
            <a:noAutofit/>
          </a:bodyPr>
          <a:lstStyle>
            <a:lvl1pPr marL="0" indent="0" algn="l">
              <a:buNone/>
              <a:defRPr sz="27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1080653" y="1062228"/>
            <a:ext cx="16228247" cy="553998"/>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1080654" y="1910037"/>
            <a:ext cx="16228248" cy="4825500"/>
          </a:xfrm>
        </p:spPr>
        <p:txBody>
          <a:bodyPr anchor="t">
            <a:noAutofit/>
          </a:bodyPr>
          <a:lstStyle>
            <a:lvl1pPr algn="l">
              <a:defRPr sz="72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21563780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6956287" y="2936573"/>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6956288" y="3648996"/>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6956288" y="2127690"/>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6956287" y="6209825"/>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6956288" y="6922248"/>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6956288" y="5400942"/>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12498311" y="2936573"/>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12498312" y="3648996"/>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12498312" y="2127690"/>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12498311" y="6209825"/>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12498312" y="6922248"/>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12498312" y="5400942"/>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1080656" y="2936573"/>
            <a:ext cx="5192931" cy="5272652"/>
          </a:xfrm>
        </p:spPr>
        <p:txBody>
          <a:bodyPr anchor="t">
            <a:noAutofit/>
          </a:bodyPr>
          <a:lstStyle>
            <a:lvl1pPr algn="l">
              <a:defRPr sz="7200" b="1" i="0">
                <a:solidFill>
                  <a:schemeClr val="tx1"/>
                </a:solidFill>
                <a:latin typeface="Aptos" pitchFamily="2" charset="77"/>
              </a:defRPr>
            </a:lvl1pPr>
          </a:lstStyle>
          <a:p>
            <a:r>
              <a:rPr lang="en-US"/>
              <a:t>Title should be less than 10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1080654" y="2139911"/>
            <a:ext cx="5192931" cy="548640"/>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Tree>
    <p:extLst>
      <p:ext uri="{BB962C8B-B14F-4D97-AF65-F5344CB8AC3E}">
        <p14:creationId xmlns:p14="http://schemas.microsoft.com/office/powerpoint/2010/main" val="7442081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2_Browser Screenshot ">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33D682-D6C7-BB0B-E7A1-27EB07B2149D}"/>
              </a:ext>
            </a:extLst>
          </p:cNvPr>
          <p:cNvSpPr>
            <a:spLocks noGrp="1"/>
          </p:cNvSpPr>
          <p:nvPr>
            <p:ph type="ctrTitle" hasCustomPrompt="1"/>
          </p:nvPr>
        </p:nvSpPr>
        <p:spPr>
          <a:xfrm>
            <a:off x="2628902" y="408461"/>
            <a:ext cx="13030200" cy="1539390"/>
          </a:xfrm>
          <a:prstGeom prst="rect">
            <a:avLst/>
          </a:prstGeom>
        </p:spPr>
        <p:txBody>
          <a:bodyPr anchor="b">
            <a:noAutofit/>
          </a:bodyPr>
          <a:lstStyle>
            <a:lvl1pPr algn="ctr">
              <a:defRPr sz="5400"/>
            </a:lvl1pPr>
          </a:lstStyle>
          <a:p>
            <a:r>
              <a:rPr lang="en-US"/>
              <a:t>Statement</a:t>
            </a:r>
          </a:p>
        </p:txBody>
      </p:sp>
      <p:sp>
        <p:nvSpPr>
          <p:cNvPr id="2" name="Picture Placeholder 17">
            <a:extLst>
              <a:ext uri="{FF2B5EF4-FFF2-40B4-BE49-F238E27FC236}">
                <a16:creationId xmlns:a16="http://schemas.microsoft.com/office/drawing/2014/main" id="{B638C55F-4F51-F341-6897-942CDD853FE9}"/>
              </a:ext>
            </a:extLst>
          </p:cNvPr>
          <p:cNvSpPr>
            <a:spLocks noGrp="1"/>
          </p:cNvSpPr>
          <p:nvPr>
            <p:ph type="pic" sz="quarter" idx="40" hasCustomPrompt="1"/>
          </p:nvPr>
        </p:nvSpPr>
        <p:spPr>
          <a:xfrm>
            <a:off x="2628899" y="2898477"/>
            <a:ext cx="13030199" cy="7388523"/>
          </a:xfrm>
          <a:prstGeom prst="roundRect">
            <a:avLst>
              <a:gd name="adj" fmla="val 0"/>
            </a:avLst>
          </a:prstGeom>
          <a:solidFill>
            <a:schemeClr val="bg1">
              <a:lumMod val="95000"/>
              <a:lumOff val="5000"/>
            </a:schemeClr>
          </a:solidFill>
          <a:ln>
            <a:noFill/>
          </a:ln>
          <a:effectLst/>
        </p:spPr>
        <p:txBody>
          <a:bodyPr anchor="ctr"/>
          <a:lstStyle>
            <a:lvl1pPr algn="ctr">
              <a:defRPr sz="1800">
                <a:latin typeface="Aptos" pitchFamily="2" charset="77"/>
              </a:defRPr>
            </a:lvl1pPr>
          </a:lstStyle>
          <a:p>
            <a:r>
              <a:rPr lang="en-US"/>
              <a:t>Click to add </a:t>
            </a:r>
            <a:br>
              <a:rPr lang="en-US"/>
            </a:br>
            <a:r>
              <a:rPr lang="en-US"/>
              <a:t>screenshot</a:t>
            </a:r>
          </a:p>
        </p:txBody>
      </p:sp>
      <p:pic>
        <p:nvPicPr>
          <p:cNvPr id="3" name="Picture 7">
            <a:extLst>
              <a:ext uri="{FF2B5EF4-FFF2-40B4-BE49-F238E27FC236}">
                <a16:creationId xmlns:a16="http://schemas.microsoft.com/office/drawing/2014/main" id="{7E64FA12-7867-1868-4C73-36438FFA823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628900" y="2203702"/>
            <a:ext cx="13030197" cy="726002"/>
          </a:xfrm>
          <a:prstGeom prst="rect">
            <a:avLst/>
          </a:prstGeom>
        </p:spPr>
      </p:pic>
    </p:spTree>
    <p:extLst>
      <p:ext uri="{BB962C8B-B14F-4D97-AF65-F5344CB8AC3E}">
        <p14:creationId xmlns:p14="http://schemas.microsoft.com/office/powerpoint/2010/main" val="10416267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_Browser Screenshot ">
    <p:bg>
      <p:bgPr>
        <a:solidFill>
          <a:srgbClr val="000000"/>
        </a:solidFill>
        <a:effectLst/>
      </p:bgPr>
    </p:bg>
    <p:spTree>
      <p:nvGrpSpPr>
        <p:cNvPr id="1" name=""/>
        <p:cNvGrpSpPr/>
        <p:nvPr/>
      </p:nvGrpSpPr>
      <p:grpSpPr>
        <a:xfrm>
          <a:off x="0" y="0"/>
          <a:ext cx="0" cy="0"/>
          <a:chOff x="0" y="0"/>
          <a:chExt cx="0" cy="0"/>
        </a:xfrm>
      </p:grpSpPr>
      <p:pic>
        <p:nvPicPr>
          <p:cNvPr id="5" name="Picture 7">
            <a:extLst>
              <a:ext uri="{FF2B5EF4-FFF2-40B4-BE49-F238E27FC236}">
                <a16:creationId xmlns:a16="http://schemas.microsoft.com/office/drawing/2014/main" id="{DE226210-E3AE-F559-CE3E-71798445EE6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974269" y="1170343"/>
            <a:ext cx="14339462" cy="798950"/>
          </a:xfrm>
          <a:prstGeom prst="rect">
            <a:avLst/>
          </a:prstGeom>
        </p:spPr>
      </p:pic>
      <p:sp>
        <p:nvSpPr>
          <p:cNvPr id="6" name="Picture Placeholder 17">
            <a:extLst>
              <a:ext uri="{FF2B5EF4-FFF2-40B4-BE49-F238E27FC236}">
                <a16:creationId xmlns:a16="http://schemas.microsoft.com/office/drawing/2014/main" id="{CBD43E14-4F9E-7FFC-4AAE-2567E350367F}"/>
              </a:ext>
            </a:extLst>
          </p:cNvPr>
          <p:cNvSpPr>
            <a:spLocks noGrp="1"/>
          </p:cNvSpPr>
          <p:nvPr>
            <p:ph type="pic" sz="quarter" idx="40" hasCustomPrompt="1"/>
          </p:nvPr>
        </p:nvSpPr>
        <p:spPr>
          <a:xfrm>
            <a:off x="1974269" y="1944351"/>
            <a:ext cx="14329875" cy="8342649"/>
          </a:xfrm>
          <a:prstGeom prst="roundRect">
            <a:avLst>
              <a:gd name="adj" fmla="val 0"/>
            </a:avLst>
          </a:prstGeom>
          <a:solidFill>
            <a:schemeClr val="bg1">
              <a:lumMod val="95000"/>
              <a:lumOff val="5000"/>
            </a:schemeClr>
          </a:solidFill>
          <a:ln>
            <a:noFill/>
          </a:ln>
          <a:effectLst/>
        </p:spPr>
        <p:txBody>
          <a:bodyPr anchor="ctr"/>
          <a:lstStyle>
            <a:lvl1pPr algn="ctr">
              <a:defRPr sz="1800">
                <a:latin typeface="Aptos" pitchFamily="2" charset="77"/>
              </a:defRPr>
            </a:lvl1pPr>
          </a:lstStyle>
          <a:p>
            <a:r>
              <a:rPr lang="en-US"/>
              <a:t>Click to add </a:t>
            </a:r>
            <a:br>
              <a:rPr lang="en-US"/>
            </a:br>
            <a:r>
              <a:rPr lang="en-US"/>
              <a:t>screenshot</a:t>
            </a:r>
          </a:p>
        </p:txBody>
      </p:sp>
    </p:spTree>
    <p:extLst>
      <p:ext uri="{BB962C8B-B14F-4D97-AF65-F5344CB8AC3E}">
        <p14:creationId xmlns:p14="http://schemas.microsoft.com/office/powerpoint/2010/main" val="11227017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Browser  + one statement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ECEB7E09-F65B-E646-C7C1-3FA885EE7C8D}"/>
              </a:ext>
            </a:extLst>
          </p:cNvPr>
          <p:cNvSpPr>
            <a:spLocks noGrp="1"/>
          </p:cNvSpPr>
          <p:nvPr>
            <p:ph type="pic" sz="quarter" idx="40" hasCustomPrompt="1"/>
          </p:nvPr>
        </p:nvSpPr>
        <p:spPr>
          <a:xfrm>
            <a:off x="7071584" y="1639979"/>
            <a:ext cx="11216417" cy="7595294"/>
          </a:xfrm>
          <a:prstGeom prst="roundRect">
            <a:avLst>
              <a:gd name="adj" fmla="val 0"/>
            </a:avLst>
          </a:prstGeom>
          <a:solidFill>
            <a:schemeClr val="bg1">
              <a:lumMod val="95000"/>
              <a:lumOff val="5000"/>
            </a:schemeClr>
          </a:solidFill>
          <a:ln>
            <a:noFill/>
          </a:ln>
          <a:effectLst/>
        </p:spPr>
        <p:txBody>
          <a:bodyPr anchor="ctr"/>
          <a:lstStyle>
            <a:lvl1pPr algn="ctr">
              <a:defRPr sz="1800">
                <a:latin typeface="Aptos" pitchFamily="2" charset="77"/>
              </a:defRPr>
            </a:lvl1pPr>
          </a:lstStyle>
          <a:p>
            <a:r>
              <a:rPr lang="en-US"/>
              <a:t>Click to add </a:t>
            </a:r>
            <a:br>
              <a:rPr lang="en-US"/>
            </a:br>
            <a:r>
              <a:rPr lang="en-US"/>
              <a:t>screenshot</a:t>
            </a:r>
          </a:p>
        </p:txBody>
      </p:sp>
      <p:pic>
        <p:nvPicPr>
          <p:cNvPr id="6" name="Picture 7">
            <a:extLst>
              <a:ext uri="{FF2B5EF4-FFF2-40B4-BE49-F238E27FC236}">
                <a16:creationId xmlns:a16="http://schemas.microsoft.com/office/drawing/2014/main" id="{0D0131A4-66AF-9252-C050-4A1BFC918CF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7071584" y="929258"/>
            <a:ext cx="12882413" cy="717767"/>
          </a:xfrm>
          <a:prstGeom prst="rect">
            <a:avLst/>
          </a:prstGeom>
        </p:spPr>
      </p:pic>
      <p:sp>
        <p:nvSpPr>
          <p:cNvPr id="9" name="Text Placeholder 23">
            <a:extLst>
              <a:ext uri="{FF2B5EF4-FFF2-40B4-BE49-F238E27FC236}">
                <a16:creationId xmlns:a16="http://schemas.microsoft.com/office/drawing/2014/main" id="{D133B315-FB64-194A-87A0-429B84B99B3C}"/>
              </a:ext>
            </a:extLst>
          </p:cNvPr>
          <p:cNvSpPr>
            <a:spLocks noGrp="1"/>
          </p:cNvSpPr>
          <p:nvPr>
            <p:ph type="body" sz="quarter" idx="34" hasCustomPrompt="1"/>
          </p:nvPr>
        </p:nvSpPr>
        <p:spPr>
          <a:xfrm>
            <a:off x="1108148" y="6610075"/>
            <a:ext cx="4819124" cy="2346191"/>
          </a:xfrm>
          <a:prstGeom prst="rect">
            <a:avLst/>
          </a:prstGeo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Description</a:t>
            </a:r>
          </a:p>
        </p:txBody>
      </p:sp>
      <p:sp>
        <p:nvSpPr>
          <p:cNvPr id="11" name="Text Placeholder 23">
            <a:extLst>
              <a:ext uri="{FF2B5EF4-FFF2-40B4-BE49-F238E27FC236}">
                <a16:creationId xmlns:a16="http://schemas.microsoft.com/office/drawing/2014/main" id="{B078373A-3B9F-DB44-BBFF-036E9257E0F6}"/>
              </a:ext>
            </a:extLst>
          </p:cNvPr>
          <p:cNvSpPr>
            <a:spLocks noGrp="1"/>
          </p:cNvSpPr>
          <p:nvPr>
            <p:ph type="body" sz="quarter" idx="31" hasCustomPrompt="1"/>
          </p:nvPr>
        </p:nvSpPr>
        <p:spPr>
          <a:xfrm>
            <a:off x="1108148" y="1330736"/>
            <a:ext cx="4819122" cy="808104"/>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
        <p:nvSpPr>
          <p:cNvPr id="2" name="Title 1">
            <a:extLst>
              <a:ext uri="{FF2B5EF4-FFF2-40B4-BE49-F238E27FC236}">
                <a16:creationId xmlns:a16="http://schemas.microsoft.com/office/drawing/2014/main" id="{2F193039-BF81-F4D1-2A15-937C5E3F83AF}"/>
              </a:ext>
            </a:extLst>
          </p:cNvPr>
          <p:cNvSpPr>
            <a:spLocks noGrp="1"/>
          </p:cNvSpPr>
          <p:nvPr>
            <p:ph type="title" hasCustomPrompt="1"/>
          </p:nvPr>
        </p:nvSpPr>
        <p:spPr>
          <a:xfrm>
            <a:off x="1117258" y="2360641"/>
            <a:ext cx="4819121" cy="4027634"/>
          </a:xfrm>
        </p:spPr>
        <p:txBody>
          <a:bodyPr anchor="t"/>
          <a:lstStyle/>
          <a:p>
            <a:r>
              <a:rPr lang="en-US"/>
              <a:t>Statement that should be 10 words or less</a:t>
            </a:r>
          </a:p>
        </p:txBody>
      </p:sp>
    </p:spTree>
    <p:extLst>
      <p:ext uri="{BB962C8B-B14F-4D97-AF65-F5344CB8AC3E}">
        <p14:creationId xmlns:p14="http://schemas.microsoft.com/office/powerpoint/2010/main" val="29950509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Browser + two statements">
    <p:bg>
      <p:bgPr>
        <a:solidFill>
          <a:srgbClr val="000000"/>
        </a:solidFill>
        <a:effectLst/>
      </p:bgPr>
    </p:b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C2C150FA-A4CA-8395-791F-9D0E796D9E12}"/>
              </a:ext>
            </a:extLst>
          </p:cNvPr>
          <p:cNvSpPr>
            <a:spLocks noGrp="1"/>
          </p:cNvSpPr>
          <p:nvPr>
            <p:ph type="pic" sz="quarter" idx="40" hasCustomPrompt="1"/>
          </p:nvPr>
        </p:nvSpPr>
        <p:spPr>
          <a:xfrm>
            <a:off x="9952130" y="1449052"/>
            <a:ext cx="11216417" cy="7595294"/>
          </a:xfrm>
          <a:prstGeom prst="roundRect">
            <a:avLst>
              <a:gd name="adj" fmla="val 0"/>
            </a:avLst>
          </a:prstGeom>
          <a:solidFill>
            <a:schemeClr val="bg1">
              <a:lumMod val="95000"/>
              <a:lumOff val="5000"/>
            </a:schemeClr>
          </a:solidFill>
          <a:ln>
            <a:noFill/>
          </a:ln>
          <a:effectLst/>
        </p:spPr>
        <p:txBody>
          <a:bodyPr anchor="ctr"/>
          <a:lstStyle>
            <a:lvl1pPr algn="ctr">
              <a:defRPr sz="1800">
                <a:latin typeface="Aptos" pitchFamily="2" charset="77"/>
              </a:defRPr>
            </a:lvl1pPr>
          </a:lstStyle>
          <a:p>
            <a:r>
              <a:rPr lang="en-US"/>
              <a:t>Click to add </a:t>
            </a:r>
            <a:br>
              <a:rPr lang="en-US"/>
            </a:br>
            <a:r>
              <a:rPr lang="en-US"/>
              <a:t>screenshot</a:t>
            </a:r>
          </a:p>
        </p:txBody>
      </p:sp>
      <p:pic>
        <p:nvPicPr>
          <p:cNvPr id="10" name="Picture 7">
            <a:extLst>
              <a:ext uri="{FF2B5EF4-FFF2-40B4-BE49-F238E27FC236}">
                <a16:creationId xmlns:a16="http://schemas.microsoft.com/office/drawing/2014/main" id="{FF359A12-80F5-3CE1-0CBE-00661609E87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9952130" y="738331"/>
            <a:ext cx="12882413" cy="717767"/>
          </a:xfrm>
          <a:prstGeom prst="rect">
            <a:avLst/>
          </a:prstGeom>
        </p:spPr>
      </p:pic>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1137572" y="1445064"/>
            <a:ext cx="8067048" cy="2977404"/>
          </a:xfrm>
          <a:prstGeom prst="rect">
            <a:avLst/>
          </a:prstGeom>
        </p:spPr>
        <p:txBody>
          <a:bodyPr anchor="t">
            <a:noAutofit/>
          </a:bodyPr>
          <a:lstStyle>
            <a:lvl1pPr algn="l">
              <a:defRPr sz="5400" b="1" i="0">
                <a:solidFill>
                  <a:schemeClr val="tx1"/>
                </a:solidFill>
                <a:latin typeface="Aptos" pitchFamily="2" charset="77"/>
              </a:defRPr>
            </a:lvl1pPr>
          </a:lstStyle>
          <a:p>
            <a:r>
              <a:rPr lang="en-US"/>
              <a:t>Title should be less than 10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1137572" y="6633749"/>
            <a:ext cx="3767642" cy="791936"/>
          </a:xfrm>
          <a:prstGeom prst="rect">
            <a:avLst/>
          </a:prstGeo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1137573" y="7460474"/>
            <a:ext cx="3767640" cy="1583871"/>
          </a:xfrm>
          <a:prstGeom prst="rect">
            <a:avLst/>
          </a:prstGeom>
        </p:spPr>
        <p:txBody>
          <a:bodyPr anchor="t">
            <a:norm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1137573" y="5824868"/>
            <a:ext cx="548640" cy="548640"/>
          </a:xfrm>
          <a:prstGeom prst="rect">
            <a:avLst/>
          </a:prstGeom>
        </p:spPr>
        <p:txBody>
          <a:bodyPr anchor="ctr">
            <a:normAutofit/>
          </a:bodyPr>
          <a:lstStyle>
            <a:lvl1pPr algn="ctr">
              <a:defRPr sz="9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5436978" y="6633749"/>
            <a:ext cx="3767643" cy="791936"/>
          </a:xfrm>
          <a:prstGeom prst="rect">
            <a:avLst/>
          </a:prstGeo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5436980" y="7460474"/>
            <a:ext cx="3767640" cy="1583871"/>
          </a:xfrm>
          <a:prstGeom prst="rect">
            <a:avLst/>
          </a:prstGeom>
        </p:spPr>
        <p:txBody>
          <a:bodyPr anchor="t">
            <a:norm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5436978" y="5824868"/>
            <a:ext cx="548640" cy="548640"/>
          </a:xfrm>
          <a:prstGeom prst="rect">
            <a:avLst/>
          </a:prstGeom>
        </p:spPr>
        <p:txBody>
          <a:bodyPr anchor="ctr">
            <a:normAutofit/>
          </a:bodyPr>
          <a:lstStyle>
            <a:lvl1pPr algn="ctr">
              <a:defRPr sz="9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1137571" y="861635"/>
            <a:ext cx="8067047" cy="548640"/>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Tree>
    <p:extLst>
      <p:ext uri="{BB962C8B-B14F-4D97-AF65-F5344CB8AC3E}">
        <p14:creationId xmlns:p14="http://schemas.microsoft.com/office/powerpoint/2010/main" val="10011257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F1EC-3A13-53FB-5BE1-FE8397107D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5C1600-67CE-38EE-94AF-D15DE0BD3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2FEF2-AA1A-8A44-DE54-9BC21EF6DD22}"/>
              </a:ext>
            </a:extLst>
          </p:cNvPr>
          <p:cNvSpPr>
            <a:spLocks noGrp="1"/>
          </p:cNvSpPr>
          <p:nvPr>
            <p:ph type="dt" sz="half" idx="10"/>
          </p:nvPr>
        </p:nvSpPr>
        <p:spPr/>
        <p:txBody>
          <a:bodyPr/>
          <a:lstStyle/>
          <a:p>
            <a:fld id="{3FD41548-EEBD-484A-8F9F-D35582DE472A}" type="datetimeFigureOut">
              <a:rPr lang="en-US" smtClean="0"/>
              <a:t>5/8/2026</a:t>
            </a:fld>
            <a:endParaRPr lang="en-US"/>
          </a:p>
        </p:txBody>
      </p:sp>
      <p:sp>
        <p:nvSpPr>
          <p:cNvPr id="5" name="Footer Placeholder 4">
            <a:extLst>
              <a:ext uri="{FF2B5EF4-FFF2-40B4-BE49-F238E27FC236}">
                <a16:creationId xmlns:a16="http://schemas.microsoft.com/office/drawing/2014/main" id="{58248030-01A6-2FD0-850A-7FBBF861C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FD9D4B-4485-F612-382F-EFC31BB1B09D}"/>
              </a:ext>
            </a:extLst>
          </p:cNvPr>
          <p:cNvSpPr>
            <a:spLocks noGrp="1"/>
          </p:cNvSpPr>
          <p:nvPr>
            <p:ph type="sldNum" sz="quarter" idx="12"/>
          </p:nvPr>
        </p:nvSpPr>
        <p:spPr/>
        <p:txBody>
          <a:bodyPr/>
          <a:lstStyle/>
          <a:p>
            <a:fld id="{8FC9A086-BFC2-4CFE-8829-1F6226ADC8B6}" type="slidenum">
              <a:rPr lang="en-US" smtClean="0"/>
              <a:t>‹#›</a:t>
            </a:fld>
            <a:endParaRPr lang="en-US"/>
          </a:p>
        </p:txBody>
      </p:sp>
    </p:spTree>
    <p:extLst>
      <p:ext uri="{BB962C8B-B14F-4D97-AF65-F5344CB8AC3E}">
        <p14:creationId xmlns:p14="http://schemas.microsoft.com/office/powerpoint/2010/main" val="16587850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hank you ">
    <p:bg>
      <p:bgPr>
        <a:solidFill>
          <a:srgbClr val="000000"/>
        </a:solidFill>
        <a:effectLst/>
      </p:bgPr>
    </p:bg>
    <p:spTree>
      <p:nvGrpSpPr>
        <p:cNvPr id="1" name=""/>
        <p:cNvGrpSpPr/>
        <p:nvPr/>
      </p:nvGrpSpPr>
      <p:grpSpPr>
        <a:xfrm>
          <a:off x="0" y="0"/>
          <a:ext cx="0" cy="0"/>
          <a:chOff x="0" y="0"/>
          <a:chExt cx="0" cy="0"/>
        </a:xfrm>
      </p:grpSpPr>
      <p:pic>
        <p:nvPicPr>
          <p:cNvPr id="3" name="Picture 2" descr="A blue and white gradient&#10;&#10;AI-generated content may be incorrect.">
            <a:extLst>
              <a:ext uri="{FF2B5EF4-FFF2-40B4-BE49-F238E27FC236}">
                <a16:creationId xmlns:a16="http://schemas.microsoft.com/office/drawing/2014/main" id="{B1434823-A993-4891-D507-11A7222B1FC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8288000" cy="10287000"/>
          </a:xfrm>
          <a:prstGeom prst="rect">
            <a:avLst/>
          </a:prstGeom>
        </p:spPr>
      </p:pic>
      <p:pic>
        <p:nvPicPr>
          <p:cNvPr id="5" name="Picture 4" descr="A blue rectangle in a black background&#10;&#10;AI-generated content may be incorrect.">
            <a:extLst>
              <a:ext uri="{FF2B5EF4-FFF2-40B4-BE49-F238E27FC236}">
                <a16:creationId xmlns:a16="http://schemas.microsoft.com/office/drawing/2014/main" id="{958AAFC2-54C0-8004-C214-941FE32D110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60619" y="2730885"/>
            <a:ext cx="4327094" cy="12447270"/>
          </a:xfrm>
          <a:prstGeom prst="rect">
            <a:avLst/>
          </a:prstGeom>
        </p:spPr>
      </p:pic>
      <p:sp>
        <p:nvSpPr>
          <p:cNvPr id="31" name="TextBox 30">
            <a:extLst>
              <a:ext uri="{FF2B5EF4-FFF2-40B4-BE49-F238E27FC236}">
                <a16:creationId xmlns:a16="http://schemas.microsoft.com/office/drawing/2014/main" id="{0C840639-8979-42F9-CF5B-5F471C757C54}"/>
              </a:ext>
            </a:extLst>
          </p:cNvPr>
          <p:cNvSpPr txBox="1"/>
          <p:nvPr/>
        </p:nvSpPr>
        <p:spPr>
          <a:xfrm>
            <a:off x="6537395" y="3504589"/>
            <a:ext cx="9803109" cy="3277820"/>
          </a:xfrm>
          <a:prstGeom prst="rect">
            <a:avLst/>
          </a:prstGeom>
          <a:noFill/>
        </p:spPr>
        <p:txBody>
          <a:bodyPr wrap="square" rtlCol="0" anchor="ctr">
            <a:spAutoFit/>
          </a:bodyPr>
          <a:lstStyle/>
          <a:p>
            <a:pPr algn="l"/>
            <a:r>
              <a:rPr lang="en-US" sz="13500" b="1" i="0" spc="-225" dirty="0">
                <a:solidFill>
                  <a:schemeClr val="bg1"/>
                </a:solidFill>
                <a:latin typeface="Aptos" pitchFamily="2" charset="77"/>
              </a:rPr>
              <a:t>Thank you</a:t>
            </a:r>
          </a:p>
          <a:p>
            <a:pPr algn="l"/>
            <a:r>
              <a:rPr lang="en-US" sz="7200" b="1" i="0" spc="-225" dirty="0">
                <a:solidFill>
                  <a:schemeClr val="bg1"/>
                </a:solidFill>
                <a:latin typeface="Aptos" pitchFamily="2" charset="77"/>
              </a:rPr>
              <a:t>gh.io/copilot</a:t>
            </a:r>
          </a:p>
        </p:txBody>
      </p:sp>
    </p:spTree>
    <p:extLst>
      <p:ext uri="{BB962C8B-B14F-4D97-AF65-F5344CB8AC3E}">
        <p14:creationId xmlns:p14="http://schemas.microsoft.com/office/powerpoint/2010/main" val="35891312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2">
    <p:bg>
      <p:bgRef idx="1001">
        <a:schemeClr val="bg1"/>
      </p:bgRef>
    </p:bg>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2AF196B8-1D58-272E-5E41-AE317E99EC3A}"/>
              </a:ext>
            </a:extLst>
          </p:cNvPr>
          <p:cNvSpPr>
            <a:spLocks noGrp="1"/>
          </p:cNvSpPr>
          <p:nvPr>
            <p:ph type="body" sz="quarter" idx="16" hasCustomPrompt="1"/>
          </p:nvPr>
        </p:nvSpPr>
        <p:spPr>
          <a:xfrm>
            <a:off x="789921" y="825501"/>
            <a:ext cx="3894207" cy="326436"/>
          </a:xfrm>
          <a:prstGeom prst="rect">
            <a:avLst/>
          </a:prstGeom>
        </p:spPr>
        <p:txBody>
          <a:bodyPr wrap="square">
            <a:spAutoFit/>
          </a:bodyPr>
          <a:lstStyle>
            <a:lvl1pPr marL="0" indent="0" algn="l" defTabSz="685664" rtl="0" eaLnBrk="1" latinLnBrk="0" hangingPunct="1">
              <a:lnSpc>
                <a:spcPts val="2700"/>
              </a:lnSpc>
              <a:buNone/>
              <a:defRPr lang="en-US" sz="1800" b="0" i="0" kern="0" spc="-42" baseline="0" dirty="0">
                <a:solidFill>
                  <a:schemeClr val="tx2"/>
                </a:solidFill>
                <a:latin typeface="Segoe UI Semibold" panose="020B0702040204020203" pitchFamily="34" charset="0"/>
                <a:ea typeface="Segoe UI Semibold" panose="020B0702040204020203" pitchFamily="34" charset="0"/>
                <a:cs typeface="Segoe UI Semibold" panose="020B0702040204020203" pitchFamily="34" charset="0"/>
              </a:defRPr>
            </a:lvl1pPr>
          </a:lstStyle>
          <a:p>
            <a:pPr marL="0" indent="0" algn="l">
              <a:lnSpc>
                <a:spcPts val="1800"/>
              </a:lnSpc>
              <a:buNone/>
            </a:pPr>
            <a:r>
              <a:rPr lang="en-US" sz="2100" kern="0" spc="-42">
                <a:solidFill>
                  <a:schemeClr val="bg2"/>
                </a:solidFill>
                <a:latin typeface="Segoe UI Variable Display Semibold" pitchFamily="34" charset="0"/>
                <a:ea typeface="Segoe UI Variable Display Semibold" pitchFamily="34" charset="-122"/>
                <a:cs typeface="Segoe UI Variable Display Semibold" pitchFamily="34" charset="-120"/>
              </a:rPr>
              <a:t>Product name</a:t>
            </a:r>
            <a:endParaRPr lang="en-US" sz="2100">
              <a:solidFill>
                <a:schemeClr val="bg2"/>
              </a:solidFill>
            </a:endParaRPr>
          </a:p>
        </p:txBody>
      </p:sp>
      <p:sp>
        <p:nvSpPr>
          <p:cNvPr id="9" name="Text Placeholder 19">
            <a:extLst>
              <a:ext uri="{FF2B5EF4-FFF2-40B4-BE49-F238E27FC236}">
                <a16:creationId xmlns:a16="http://schemas.microsoft.com/office/drawing/2014/main" id="{A8075CD2-771E-032E-859A-DE98AE8BEE44}"/>
              </a:ext>
            </a:extLst>
          </p:cNvPr>
          <p:cNvSpPr>
            <a:spLocks noGrp="1"/>
          </p:cNvSpPr>
          <p:nvPr>
            <p:ph type="body" sz="quarter" idx="17" hasCustomPrompt="1"/>
          </p:nvPr>
        </p:nvSpPr>
        <p:spPr>
          <a:xfrm>
            <a:off x="789921" y="1281751"/>
            <a:ext cx="3894207" cy="382669"/>
          </a:xfrm>
          <a:prstGeom prst="rect">
            <a:avLst/>
          </a:prstGeom>
        </p:spPr>
        <p:txBody>
          <a:bodyPr wrap="square">
            <a:spAutoFit/>
          </a:bodyPr>
          <a:lstStyle>
            <a:lvl1pPr marL="0" indent="0" algn="l" defTabSz="685664" rtl="0" eaLnBrk="1" latinLnBrk="0" hangingPunct="1">
              <a:lnSpc>
                <a:spcPts val="3300"/>
              </a:lnSpc>
              <a:buNone/>
              <a:defRPr lang="en-US" sz="2400" b="0" i="0" kern="0" spc="-54" baseline="0" dirty="0" smtClean="0">
                <a:solidFill>
                  <a:schemeClr val="tx1"/>
                </a:solidFill>
                <a:latin typeface="+mn-lt"/>
                <a:ea typeface="Segoe UI Semibold" panose="020B0702040204020203" pitchFamily="34" charset="0"/>
                <a:cs typeface="Segoe UI Semibold" panose="020B0702040204020203" pitchFamily="34" charset="0"/>
              </a:defRPr>
            </a:lvl1pPr>
          </a:lstStyle>
          <a:p>
            <a:pPr marL="0" indent="0" algn="l">
              <a:lnSpc>
                <a:spcPts val="2200"/>
              </a:lnSpc>
              <a:buNone/>
            </a:pPr>
            <a:r>
              <a:rPr lang="en-US" sz="2700" kern="0" spc="-54">
                <a:solidFill>
                  <a:schemeClr val="bg1"/>
                </a:solidFill>
                <a:latin typeface="Segoe UI Variable Display Semibold" pitchFamily="34" charset="0"/>
                <a:ea typeface="Segoe UI Variable Display Semibold" pitchFamily="34" charset="-122"/>
                <a:cs typeface="Segoe UI Variable Display Semibold" pitchFamily="34" charset="-120"/>
              </a:rPr>
              <a:t>Demo title</a:t>
            </a:r>
            <a:endParaRPr lang="en-US" sz="2700">
              <a:solidFill>
                <a:schemeClr val="bg1"/>
              </a:solidFill>
            </a:endParaRPr>
          </a:p>
        </p:txBody>
      </p:sp>
    </p:spTree>
    <p:extLst>
      <p:ext uri="{BB962C8B-B14F-4D97-AF65-F5344CB8AC3E}">
        <p14:creationId xmlns:p14="http://schemas.microsoft.com/office/powerpoint/2010/main" val="1541752848"/>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pilot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9132093" y="0"/>
            <a:ext cx="9155907" cy="10287000"/>
          </a:xfrm>
          <a:prstGeom prst="rect">
            <a:avLst/>
          </a:prstGeom>
          <a:solidFill>
            <a:schemeClr val="accent3"/>
          </a:solidFill>
        </p:spPr>
        <p:txBody>
          <a:bodyPr/>
          <a:lstStyle/>
          <a:p>
            <a:r>
              <a:rPr lang="en-US"/>
              <a:t>Click icon to add picture</a:t>
            </a:r>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571017" y="7348628"/>
            <a:ext cx="7994289" cy="2346191"/>
          </a:xfrm>
          <a:prstGeom prst="rect">
            <a:avLst/>
          </a:prstGeom>
        </p:spPr>
        <p:txBody>
          <a:bodyPr anchor="b" anchorCtr="0">
            <a:noAutofit/>
          </a:bodyPr>
          <a:lstStyle>
            <a:lvl1pPr marL="0" indent="0" algn="l">
              <a:buNone/>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571017" y="592182"/>
            <a:ext cx="7994292" cy="808104"/>
          </a:xfrm>
          <a:prstGeom prst="rect">
            <a:avLst/>
          </a:prstGeom>
        </p:spPr>
        <p:txBody>
          <a:bodyPr anchor="ctr" anchorCtr="0">
            <a:noAutofit/>
          </a:bodyPr>
          <a:lstStyle>
            <a:lvl1pPr marL="0" indent="0" algn="l">
              <a:buNone/>
              <a:defRPr sz="24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571017" y="1617784"/>
            <a:ext cx="7994289" cy="4290647"/>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33389297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Security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2CE00D18-58A3-619E-6372-329E8F278A4F}"/>
              </a:ext>
            </a:extLst>
          </p:cNvPr>
          <p:cNvSpPr>
            <a:spLocks noGrp="1"/>
          </p:cNvSpPr>
          <p:nvPr>
            <p:ph type="pic" sz="quarter" idx="33"/>
          </p:nvPr>
        </p:nvSpPr>
        <p:spPr>
          <a:xfrm>
            <a:off x="0" y="0"/>
            <a:ext cx="9155907" cy="10287000"/>
          </a:xfrm>
          <a:prstGeom prst="rect">
            <a:avLst/>
          </a:prstGeom>
          <a:solidFill>
            <a:schemeClr val="accent1"/>
          </a:solidFill>
        </p:spPr>
        <p:txBody>
          <a:bodyPr/>
          <a:lstStyle/>
          <a:p>
            <a:r>
              <a:rPr lang="en-US"/>
              <a:t>Click icon to add picture</a:t>
            </a:r>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9730515"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9730515"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9730515"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p:nvSpPr>
        <p:spPr>
          <a:xfrm>
            <a:off x="9155004"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41639541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571017"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571017"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p:nvSpPr>
        <p:spPr>
          <a:xfrm>
            <a:off x="9074490"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571017"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9132093" y="0"/>
            <a:ext cx="9155907" cy="10287000"/>
          </a:xfrm>
          <a:prstGeom prst="rect">
            <a:avLst/>
          </a:prstGeom>
          <a:solidFill>
            <a:schemeClr val="accent1"/>
          </a:solidFill>
        </p:spPr>
        <p:txBody>
          <a:bodyPr/>
          <a:lstStyle/>
          <a:p>
            <a:r>
              <a:rPr lang="en-US"/>
              <a:t>Click icon to add picture</a:t>
            </a:r>
          </a:p>
        </p:txBody>
      </p:sp>
    </p:spTree>
    <p:extLst>
      <p:ext uri="{BB962C8B-B14F-4D97-AF65-F5344CB8AC3E}">
        <p14:creationId xmlns:p14="http://schemas.microsoft.com/office/powerpoint/2010/main" val="32233059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p:nvSpPr>
        <p:spPr>
          <a:xfrm>
            <a:off x="2470442" y="3805869"/>
            <a:ext cx="13347107" cy="6824031"/>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700">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p:nvSpPr>
        <p:spPr>
          <a:xfrm rot="5400000">
            <a:off x="9116568" y="-9114282"/>
            <a:ext cx="54864" cy="182834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916927"/>
            <a:ext cx="18283428" cy="1690992"/>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5146854" y="394652"/>
            <a:ext cx="7994292" cy="430101"/>
          </a:xfrm>
          <a:prstGeom prst="rect">
            <a:avLst/>
          </a:prstGeom>
        </p:spPr>
        <p:txBody>
          <a:bodyPr anchor="ctr" anchorCtr="0">
            <a:noAutofit/>
          </a:bodyPr>
          <a:lstStyle>
            <a:lvl1pPr marL="0" indent="0" algn="ctr">
              <a:buNone/>
              <a:defRPr sz="18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22151324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79134B-F8BD-AF84-FC8F-B01F81F73C15}"/>
              </a:ext>
            </a:extLst>
          </p:cNvPr>
          <p:cNvPicPr>
            <a:picLocks noGrp="1" noRot="1" noChangeAspec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2" y="0"/>
            <a:ext cx="18288000" cy="10287000"/>
          </a:xfrm>
          <a:prstGeom prst="rect">
            <a:avLst/>
          </a:prstGeom>
        </p:spPr>
      </p:pic>
      <p:sp>
        <p:nvSpPr>
          <p:cNvPr id="5" name="Title 1">
            <a:extLst>
              <a:ext uri="{FF2B5EF4-FFF2-40B4-BE49-F238E27FC236}">
                <a16:creationId xmlns:a16="http://schemas.microsoft.com/office/drawing/2014/main" id="{8BBF8ABC-61EB-DB2E-3AFE-76A947CAA49E}"/>
              </a:ext>
            </a:extLst>
          </p:cNvPr>
          <p:cNvSpPr>
            <a:spLocks noGrp="1"/>
          </p:cNvSpPr>
          <p:nvPr>
            <p:ph type="ctrTitle" hasCustomPrompt="1"/>
          </p:nvPr>
        </p:nvSpPr>
        <p:spPr>
          <a:xfrm>
            <a:off x="3772553" y="2088479"/>
            <a:ext cx="13558659" cy="6110045"/>
          </a:xfrm>
          <a:prstGeom prst="rect">
            <a:avLst/>
          </a:prstGeom>
        </p:spPr>
        <p:txBody>
          <a:bodyPr anchor="ctr">
            <a:normAutofit/>
          </a:bodyPr>
          <a:lstStyle>
            <a:lvl1pPr algn="l">
              <a:lnSpc>
                <a:spcPct val="80000"/>
              </a:lnSpc>
              <a:defRPr sz="9000" b="1" i="0">
                <a:solidFill>
                  <a:schemeClr val="tx1"/>
                </a:solidFill>
                <a:latin typeface="Aptos" pitchFamily="2" charset="77"/>
              </a:defRPr>
            </a:lvl1pPr>
          </a:lstStyle>
          <a:p>
            <a:r>
              <a:rPr lang="en-US" dirty="0"/>
              <a:t>Section title</a:t>
            </a:r>
          </a:p>
        </p:txBody>
      </p:sp>
    </p:spTree>
    <p:extLst>
      <p:ext uri="{BB962C8B-B14F-4D97-AF65-F5344CB8AC3E}">
        <p14:creationId xmlns:p14="http://schemas.microsoft.com/office/powerpoint/2010/main" val="22590146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cSld name="3_Title Slide">
    <p:spTree>
      <p:nvGrpSpPr>
        <p:cNvPr id="1" name=""/>
        <p:cNvGrpSpPr/>
        <p:nvPr/>
      </p:nvGrpSpPr>
      <p:grpSpPr>
        <a:xfrm>
          <a:off x="0" y="0"/>
          <a:ext cx="0" cy="0"/>
          <a:chOff x="0" y="0"/>
          <a:chExt cx="0" cy="0"/>
        </a:xfrm>
      </p:grpSpPr>
      <p:sp>
        <p:nvSpPr>
          <p:cNvPr id="2" name="corner-glow">
            <a:extLst>
              <a:ext uri="{FF2B5EF4-FFF2-40B4-BE49-F238E27FC236}">
                <a16:creationId xmlns:a16="http://schemas.microsoft.com/office/drawing/2014/main" id="{AD0B71DD-552B-7A18-01D0-C56F53802EE8}"/>
              </a:ext>
            </a:extLst>
          </p:cNvPr>
          <p:cNvSpPr>
            <a:spLocks noGrp="1"/>
          </p:cNvSpPr>
          <p:nvPr userDrawn="1"/>
        </p:nvSpPr>
        <p:spPr>
          <a:xfrm>
            <a:off x="-1828800" y="-1676400"/>
            <a:ext cx="8686800" cy="8686800"/>
          </a:xfrm>
          <a:prstGeom prst="ellipse">
            <a:avLst/>
          </a:prstGeom>
          <a:solidFill>
            <a:srgbClr val="2B1959"/>
          </a:solidFill>
        </p:spPr>
        <p:txBody>
          <a:bodyPr/>
          <a:lstStyle/>
          <a:p>
            <a:endParaRPr lang="en-US"/>
          </a:p>
        </p:txBody>
      </p:sp>
      <p:sp>
        <p:nvSpPr>
          <p:cNvPr id="3" name="lower-glow">
            <a:extLst>
              <a:ext uri="{FF2B5EF4-FFF2-40B4-BE49-F238E27FC236}">
                <a16:creationId xmlns:a16="http://schemas.microsoft.com/office/drawing/2014/main" id="{E79E0EB2-B2F1-18C9-5E4E-7F0A78A94A57}"/>
              </a:ext>
            </a:extLst>
          </p:cNvPr>
          <p:cNvSpPr>
            <a:spLocks noGrp="1"/>
          </p:cNvSpPr>
          <p:nvPr userDrawn="1"/>
        </p:nvSpPr>
        <p:spPr>
          <a:xfrm>
            <a:off x="-1828800" y="5283200"/>
            <a:ext cx="5334000" cy="5232400"/>
          </a:xfrm>
          <a:prstGeom prst="ellipse">
            <a:avLst/>
          </a:prstGeom>
          <a:solidFill>
            <a:srgbClr val="101A38"/>
          </a:solidFill>
        </p:spPr>
        <p:txBody>
          <a:bodyPr/>
          <a:lstStyle/>
          <a:p>
            <a:endParaRPr lang="en-US"/>
          </a:p>
        </p:txBody>
      </p:sp>
    </p:spTree>
    <p:extLst>
      <p:ext uri="{BB962C8B-B14F-4D97-AF65-F5344CB8AC3E}">
        <p14:creationId xmlns:p14="http://schemas.microsoft.com/office/powerpoint/2010/main" val="1032974970"/>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itle card - Dark mode - 2 speakers">
    <p:bg>
      <p:bgPr>
        <a:solidFill>
          <a:srgbClr val="000000"/>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DABDFDA8-5032-521D-35FD-137BB6C48BEC}"/>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7511" y="4149"/>
            <a:ext cx="18258210" cy="10278696"/>
          </a:xfrm>
          <a:prstGeom prst="rect">
            <a:avLst/>
          </a:prstGeom>
        </p:spPr>
      </p:pic>
      <p:sp>
        <p:nvSpPr>
          <p:cNvPr id="6" name="Title 1">
            <a:extLst>
              <a:ext uri="{FF2B5EF4-FFF2-40B4-BE49-F238E27FC236}">
                <a16:creationId xmlns:a16="http://schemas.microsoft.com/office/drawing/2014/main" id="{8E9EE805-E24C-DF0B-BCAC-04CFE6E3C397}"/>
              </a:ext>
            </a:extLst>
          </p:cNvPr>
          <p:cNvSpPr>
            <a:spLocks noGrp="1"/>
          </p:cNvSpPr>
          <p:nvPr>
            <p:ph type="ctrTitle" hasCustomPrompt="1"/>
          </p:nvPr>
        </p:nvSpPr>
        <p:spPr>
          <a:xfrm>
            <a:off x="3931646" y="570522"/>
            <a:ext cx="13616867" cy="7237047"/>
          </a:xfrm>
          <a:prstGeom prst="rect">
            <a:avLst/>
          </a:prstGeom>
        </p:spPr>
        <p:txBody>
          <a:bodyPr anchor="t">
            <a:normAutofit/>
          </a:bodyPr>
          <a:lstStyle>
            <a:lvl1pPr algn="l">
              <a:lnSpc>
                <a:spcPct val="80000"/>
              </a:lnSpc>
              <a:defRPr sz="12000" b="1" i="0">
                <a:solidFill>
                  <a:srgbClr val="8BF1A6"/>
                </a:solidFill>
                <a:latin typeface="Aptos" pitchFamily="2" charset="77"/>
              </a:defRPr>
            </a:lvl1pPr>
          </a:lstStyle>
          <a:p>
            <a:r>
              <a:rPr lang="en-US"/>
              <a:t>Presentation title </a:t>
            </a:r>
          </a:p>
        </p:txBody>
      </p:sp>
      <p:sp>
        <p:nvSpPr>
          <p:cNvPr id="28" name="Text Placeholder 23">
            <a:extLst>
              <a:ext uri="{FF2B5EF4-FFF2-40B4-BE49-F238E27FC236}">
                <a16:creationId xmlns:a16="http://schemas.microsoft.com/office/drawing/2014/main" id="{63BAA1F4-E359-6D1D-15CC-0F72B8861330}"/>
              </a:ext>
            </a:extLst>
          </p:cNvPr>
          <p:cNvSpPr>
            <a:spLocks noGrp="1"/>
          </p:cNvSpPr>
          <p:nvPr>
            <p:ph type="body" sz="quarter" idx="25" hasCustomPrompt="1"/>
          </p:nvPr>
        </p:nvSpPr>
        <p:spPr>
          <a:xfrm>
            <a:off x="5556453" y="8596080"/>
            <a:ext cx="4377090" cy="685800"/>
          </a:xfrm>
          <a:prstGeom prst="rect">
            <a:avLst/>
          </a:prstGeom>
        </p:spPr>
        <p:txBody>
          <a:bodyPr anchor="b" anchorCtr="0">
            <a:noAutofit/>
          </a:bodyPr>
          <a:lstStyle>
            <a:lvl1pPr marL="0" indent="0" algn="l">
              <a:buNone/>
              <a:defRPr sz="2700" b="0" i="0">
                <a:solidFill>
                  <a:schemeClr val="tx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First &amp; last name</a:t>
            </a:r>
          </a:p>
        </p:txBody>
      </p:sp>
      <p:sp>
        <p:nvSpPr>
          <p:cNvPr id="29" name="Text Placeholder 23">
            <a:extLst>
              <a:ext uri="{FF2B5EF4-FFF2-40B4-BE49-F238E27FC236}">
                <a16:creationId xmlns:a16="http://schemas.microsoft.com/office/drawing/2014/main" id="{CDD225E2-CA3A-7780-C15A-F080FC674F51}"/>
              </a:ext>
            </a:extLst>
          </p:cNvPr>
          <p:cNvSpPr>
            <a:spLocks noGrp="1"/>
          </p:cNvSpPr>
          <p:nvPr>
            <p:ph type="body" sz="quarter" idx="26" hasCustomPrompt="1"/>
          </p:nvPr>
        </p:nvSpPr>
        <p:spPr>
          <a:xfrm>
            <a:off x="5556453" y="9349916"/>
            <a:ext cx="4377090" cy="685800"/>
          </a:xfrm>
          <a:prstGeom prst="rect">
            <a:avLst/>
          </a:prstGeom>
        </p:spPr>
        <p:txBody>
          <a:bodyPr anchor="t" anchorCtr="0">
            <a:noAutofit/>
          </a:bodyPr>
          <a:lstStyle>
            <a:lvl1pPr marL="0" indent="0" algn="l">
              <a:buNone/>
              <a:defRPr sz="21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Position  / Company</a:t>
            </a:r>
          </a:p>
        </p:txBody>
      </p:sp>
      <p:sp>
        <p:nvSpPr>
          <p:cNvPr id="11" name="Text Placeholder 23">
            <a:extLst>
              <a:ext uri="{FF2B5EF4-FFF2-40B4-BE49-F238E27FC236}">
                <a16:creationId xmlns:a16="http://schemas.microsoft.com/office/drawing/2014/main" id="{5266F897-93A3-9BD1-063F-566A08499464}"/>
              </a:ext>
            </a:extLst>
          </p:cNvPr>
          <p:cNvSpPr>
            <a:spLocks noGrp="1"/>
          </p:cNvSpPr>
          <p:nvPr>
            <p:ph type="body" sz="quarter" idx="38" hasCustomPrompt="1"/>
          </p:nvPr>
        </p:nvSpPr>
        <p:spPr>
          <a:xfrm>
            <a:off x="13163930" y="8596080"/>
            <a:ext cx="4377090" cy="685800"/>
          </a:xfrm>
          <a:prstGeom prst="rect">
            <a:avLst/>
          </a:prstGeom>
        </p:spPr>
        <p:txBody>
          <a:bodyPr anchor="b" anchorCtr="0">
            <a:noAutofit/>
          </a:bodyPr>
          <a:lstStyle>
            <a:lvl1pPr marL="0" indent="0" algn="l">
              <a:buNone/>
              <a:defRPr sz="2700" b="0" i="0">
                <a:solidFill>
                  <a:schemeClr val="tx1"/>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First &amp; last name</a:t>
            </a:r>
          </a:p>
        </p:txBody>
      </p:sp>
      <p:sp>
        <p:nvSpPr>
          <p:cNvPr id="12" name="Text Placeholder 23">
            <a:extLst>
              <a:ext uri="{FF2B5EF4-FFF2-40B4-BE49-F238E27FC236}">
                <a16:creationId xmlns:a16="http://schemas.microsoft.com/office/drawing/2014/main" id="{E7508BB4-E117-9BD4-BB08-C14AC1FE8406}"/>
              </a:ext>
            </a:extLst>
          </p:cNvPr>
          <p:cNvSpPr>
            <a:spLocks noGrp="1"/>
          </p:cNvSpPr>
          <p:nvPr>
            <p:ph type="body" sz="quarter" idx="39" hasCustomPrompt="1"/>
          </p:nvPr>
        </p:nvSpPr>
        <p:spPr>
          <a:xfrm>
            <a:off x="13163930" y="9349916"/>
            <a:ext cx="4377090" cy="685800"/>
          </a:xfrm>
          <a:prstGeom prst="rect">
            <a:avLst/>
          </a:prstGeom>
        </p:spPr>
        <p:txBody>
          <a:bodyPr anchor="t" anchorCtr="0">
            <a:noAutofit/>
          </a:bodyPr>
          <a:lstStyle>
            <a:lvl1pPr marL="0" indent="0" algn="l">
              <a:buNone/>
              <a:defRPr sz="21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Position  / Company</a:t>
            </a:r>
          </a:p>
        </p:txBody>
      </p:sp>
      <p:sp>
        <p:nvSpPr>
          <p:cNvPr id="5" name="Rectangle 4">
            <a:extLst>
              <a:ext uri="{FF2B5EF4-FFF2-40B4-BE49-F238E27FC236}">
                <a16:creationId xmlns:a16="http://schemas.microsoft.com/office/drawing/2014/main" id="{69D10252-CD1F-88BE-2B77-9454DC9DC583}"/>
              </a:ext>
            </a:extLst>
          </p:cNvPr>
          <p:cNvSpPr/>
          <p:nvPr userDrawn="1"/>
        </p:nvSpPr>
        <p:spPr>
          <a:xfrm rot="5400000">
            <a:off x="10725414" y="803877"/>
            <a:ext cx="54864" cy="150352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Picture Placeholder 9">
            <a:extLst>
              <a:ext uri="{FF2B5EF4-FFF2-40B4-BE49-F238E27FC236}">
                <a16:creationId xmlns:a16="http://schemas.microsoft.com/office/drawing/2014/main" id="{29CF073E-C979-1616-02A6-D777AA3C33E1}"/>
              </a:ext>
            </a:extLst>
          </p:cNvPr>
          <p:cNvSpPr>
            <a:spLocks noGrp="1" noChangeAspect="1"/>
          </p:cNvSpPr>
          <p:nvPr>
            <p:ph type="pic" sz="quarter" idx="41"/>
          </p:nvPr>
        </p:nvSpPr>
        <p:spPr>
          <a:xfrm>
            <a:off x="3277175" y="8347568"/>
            <a:ext cx="1947672" cy="1947672"/>
          </a:xfrm>
          <a:prstGeom prst="rect">
            <a:avLst/>
          </a:prstGeom>
        </p:spPr>
        <p:txBody>
          <a:bodyPr/>
          <a:lstStyle/>
          <a:p>
            <a:endParaRPr lang="en-US"/>
          </a:p>
        </p:txBody>
      </p:sp>
      <p:sp>
        <p:nvSpPr>
          <p:cNvPr id="18" name="Picture Placeholder 9">
            <a:extLst>
              <a:ext uri="{FF2B5EF4-FFF2-40B4-BE49-F238E27FC236}">
                <a16:creationId xmlns:a16="http://schemas.microsoft.com/office/drawing/2014/main" id="{3F4DEFA9-46ED-D8EA-5B84-3FE3C18BC40F}"/>
              </a:ext>
            </a:extLst>
          </p:cNvPr>
          <p:cNvSpPr>
            <a:spLocks noGrp="1" noChangeAspect="1"/>
          </p:cNvSpPr>
          <p:nvPr>
            <p:ph type="pic" sz="quarter" idx="43"/>
          </p:nvPr>
        </p:nvSpPr>
        <p:spPr>
          <a:xfrm>
            <a:off x="10845059" y="8347568"/>
            <a:ext cx="1947672" cy="1947672"/>
          </a:xfrm>
          <a:prstGeom prst="rect">
            <a:avLst/>
          </a:prstGeom>
        </p:spPr>
        <p:txBody>
          <a:bodyPr/>
          <a:lstStyle/>
          <a:p>
            <a:endParaRPr lang="en-US"/>
          </a:p>
        </p:txBody>
      </p:sp>
      <p:sp>
        <p:nvSpPr>
          <p:cNvPr id="4" name="Rectangle 3">
            <a:extLst>
              <a:ext uri="{FF2B5EF4-FFF2-40B4-BE49-F238E27FC236}">
                <a16:creationId xmlns:a16="http://schemas.microsoft.com/office/drawing/2014/main" id="{DAE7CB62-5C8D-2981-EAA4-46E33D55EA7C}"/>
              </a:ext>
            </a:extLst>
          </p:cNvPr>
          <p:cNvSpPr/>
          <p:nvPr userDrawn="1"/>
        </p:nvSpPr>
        <p:spPr>
          <a:xfrm>
            <a:off x="10793541" y="8298180"/>
            <a:ext cx="54864" cy="19888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31826012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Security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2CE00D18-58A3-619E-6372-329E8F278A4F}"/>
              </a:ext>
            </a:extLst>
          </p:cNvPr>
          <p:cNvSpPr>
            <a:spLocks noGrp="1"/>
          </p:cNvSpPr>
          <p:nvPr>
            <p:ph type="pic" sz="quarter" idx="33"/>
          </p:nvPr>
        </p:nvSpPr>
        <p:spPr>
          <a:xfrm>
            <a:off x="0" y="0"/>
            <a:ext cx="9155907" cy="10287000"/>
          </a:xfrm>
          <a:prstGeom prst="rect">
            <a:avLst/>
          </a:prstGeom>
          <a:solidFill>
            <a:schemeClr val="accent1"/>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9730515" y="2721577"/>
            <a:ext cx="7994289" cy="4290647"/>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9730515" y="592182"/>
            <a:ext cx="7994292" cy="808104"/>
          </a:xfrm>
          <a:prstGeom prst="rect">
            <a:avLst/>
          </a:prstGeom>
        </p:spPr>
        <p:txBody>
          <a:bodyPr anchor="ctr" anchorCtr="0">
            <a:noAutofit/>
          </a:bodyPr>
          <a:lstStyle>
            <a:lvl1pPr marL="0" indent="0" algn="l">
              <a:buNone/>
              <a:defRPr sz="24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9730515" y="7348628"/>
            <a:ext cx="7994289" cy="2346191"/>
          </a:xfrm>
          <a:prstGeom prst="rect">
            <a:avLst/>
          </a:prstGeom>
        </p:spPr>
        <p:txBody>
          <a:bodyPr anchor="b" anchorCtr="0">
            <a:noAutofit/>
          </a:bodyPr>
          <a:lstStyle>
            <a:lvl1pPr marL="0" marR="0" indent="0" algn="l" defTabSz="1371600" rtl="0" eaLnBrk="1" fontAlgn="auto" latinLnBrk="0" hangingPunct="1">
              <a:lnSpc>
                <a:spcPct val="90000"/>
              </a:lnSpc>
              <a:spcBef>
                <a:spcPts val="1500"/>
              </a:spcBef>
              <a:spcAft>
                <a:spcPts val="0"/>
              </a:spcAft>
              <a:buClrTx/>
              <a:buSzTx/>
              <a:buFont typeface="Arial" panose="020B0604020202020204" pitchFamily="34" charset="0"/>
              <a:buNone/>
              <a:tabLst/>
              <a:defRPr sz="2700" b="0" i="0">
                <a:solidFill>
                  <a:srgbClr val="B6BFB8"/>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9155004" y="0"/>
            <a:ext cx="54864" cy="10287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16371335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Title &amp; Content">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14034407" y="-1567543"/>
            <a:ext cx="184731" cy="507831"/>
          </a:xfrm>
          <a:prstGeom prst="rect">
            <a:avLst/>
          </a:prstGeom>
          <a:noFill/>
        </p:spPr>
        <p:txBody>
          <a:bodyPr wrap="none" rtlCol="0">
            <a:spAutoFit/>
          </a:bodyPr>
          <a:lstStyle/>
          <a:p>
            <a:endParaRPr lang="en-US" sz="2700"/>
          </a:p>
        </p:txBody>
      </p:sp>
      <p:sp>
        <p:nvSpPr>
          <p:cNvPr id="6" name="Text Placeholder 2">
            <a:extLst>
              <a:ext uri="{FF2B5EF4-FFF2-40B4-BE49-F238E27FC236}">
                <a16:creationId xmlns:a16="http://schemas.microsoft.com/office/drawing/2014/main" id="{64B8FA51-B975-B2D3-3F96-FFAB0F90049E}"/>
              </a:ext>
            </a:extLst>
          </p:cNvPr>
          <p:cNvSpPr>
            <a:spLocks noGrp="1"/>
          </p:cNvSpPr>
          <p:nvPr>
            <p:ph idx="1"/>
          </p:nvPr>
        </p:nvSpPr>
        <p:spPr>
          <a:xfrm>
            <a:off x="1080654" y="3532226"/>
            <a:ext cx="16228248" cy="5733219"/>
          </a:xfrm>
          <a:prstGeom prst="rect">
            <a:avLst/>
          </a:prstGeom>
        </p:spPr>
        <p:txBody>
          <a:bodyPr vert="horz" lIns="91440" tIns="45720" rIns="91440" bIns="45720" rtlCol="0">
            <a:normAutofit/>
          </a:bodyPr>
          <a:lstStyle>
            <a:lvl1pPr>
              <a:defRPr>
                <a:latin typeface="Aptos" pitchFamily="2" charset="77"/>
              </a:defRPr>
            </a:lvl1pPr>
            <a:lvl2pPr>
              <a:defRPr>
                <a:latin typeface="Aptos" pitchFamily="2" charset="77"/>
              </a:defRPr>
            </a:lvl2pPr>
            <a:lvl3pPr>
              <a:defRPr>
                <a:latin typeface="Aptos" pitchFamily="2" charset="77"/>
              </a:defRPr>
            </a:lvl3pPr>
            <a:lvl4pPr>
              <a:defRPr>
                <a:latin typeface="Aptos" pitchFamily="2" charset="77"/>
              </a:defRPr>
            </a:lvl4pPr>
            <a:lvl5pPr>
              <a:defRPr>
                <a:latin typeface="Apto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3">
            <a:extLst>
              <a:ext uri="{FF2B5EF4-FFF2-40B4-BE49-F238E27FC236}">
                <a16:creationId xmlns:a16="http://schemas.microsoft.com/office/drawing/2014/main" id="{C8D9CAC6-8853-24B3-3968-58FD5156F719}"/>
              </a:ext>
            </a:extLst>
          </p:cNvPr>
          <p:cNvSpPr>
            <a:spLocks noGrp="1"/>
          </p:cNvSpPr>
          <p:nvPr>
            <p:ph type="body" sz="quarter" idx="32" hasCustomPrompt="1"/>
          </p:nvPr>
        </p:nvSpPr>
        <p:spPr>
          <a:xfrm>
            <a:off x="1080653" y="1062228"/>
            <a:ext cx="16228247" cy="548640"/>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
        <p:nvSpPr>
          <p:cNvPr id="4" name="Title 1">
            <a:extLst>
              <a:ext uri="{FF2B5EF4-FFF2-40B4-BE49-F238E27FC236}">
                <a16:creationId xmlns:a16="http://schemas.microsoft.com/office/drawing/2014/main" id="{89545FE6-14A5-6DEE-D1BD-98A78B9DC922}"/>
              </a:ext>
            </a:extLst>
          </p:cNvPr>
          <p:cNvSpPr>
            <a:spLocks noGrp="1"/>
          </p:cNvSpPr>
          <p:nvPr>
            <p:ph type="ctrTitle" hasCustomPrompt="1"/>
          </p:nvPr>
        </p:nvSpPr>
        <p:spPr>
          <a:xfrm>
            <a:off x="1080654" y="1910038"/>
            <a:ext cx="16228248" cy="1323020"/>
          </a:xfrm>
        </p:spPr>
        <p:txBody>
          <a:bodyPr anchor="t">
            <a:noAutofit/>
          </a:bodyPr>
          <a:lstStyle>
            <a:lvl1pPr algn="l">
              <a:defRPr sz="72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3918514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Three Statements">
    <p:bg>
      <p:bgPr>
        <a:solidFill>
          <a:srgbClr val="000000"/>
        </a:solidFill>
        <a:effectLst/>
      </p:bgPr>
    </p:bg>
    <p:spTree>
      <p:nvGrpSpPr>
        <p:cNvPr id="1" name=""/>
        <p:cNvGrpSpPr/>
        <p:nvPr/>
      </p:nvGrpSpPr>
      <p:grpSpPr>
        <a:xfrm>
          <a:off x="0" y="0"/>
          <a:ext cx="0" cy="0"/>
          <a:chOff x="0" y="0"/>
          <a:chExt cx="0" cy="0"/>
        </a:xfrm>
      </p:grpSpPr>
      <p:sp>
        <p:nvSpPr>
          <p:cNvPr id="2" name="Text Placeholder 23">
            <a:extLst>
              <a:ext uri="{FF2B5EF4-FFF2-40B4-BE49-F238E27FC236}">
                <a16:creationId xmlns:a16="http://schemas.microsoft.com/office/drawing/2014/main" id="{C90F7202-87A7-49D5-1EEA-599F68B5D2BF}"/>
              </a:ext>
            </a:extLst>
          </p:cNvPr>
          <p:cNvSpPr>
            <a:spLocks noGrp="1"/>
          </p:cNvSpPr>
          <p:nvPr>
            <p:ph type="body" sz="quarter" idx="22" hasCustomPrompt="1"/>
          </p:nvPr>
        </p:nvSpPr>
        <p:spPr>
          <a:xfrm>
            <a:off x="1011763" y="6411033"/>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1</a:t>
            </a:r>
          </a:p>
        </p:txBody>
      </p:sp>
      <p:sp>
        <p:nvSpPr>
          <p:cNvPr id="3" name="Text Placeholder 23">
            <a:extLst>
              <a:ext uri="{FF2B5EF4-FFF2-40B4-BE49-F238E27FC236}">
                <a16:creationId xmlns:a16="http://schemas.microsoft.com/office/drawing/2014/main" id="{1D01495C-06D4-CD38-BA69-8D11BAE69FD0}"/>
              </a:ext>
            </a:extLst>
          </p:cNvPr>
          <p:cNvSpPr>
            <a:spLocks noGrp="1"/>
          </p:cNvSpPr>
          <p:nvPr>
            <p:ph type="body" sz="quarter" idx="23" hasCustomPrompt="1"/>
          </p:nvPr>
        </p:nvSpPr>
        <p:spPr>
          <a:xfrm>
            <a:off x="1011762" y="7123457"/>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4" name="Picture Placeholder 24">
            <a:extLst>
              <a:ext uri="{FF2B5EF4-FFF2-40B4-BE49-F238E27FC236}">
                <a16:creationId xmlns:a16="http://schemas.microsoft.com/office/drawing/2014/main" id="{BA673A28-5082-75B2-C493-25A6BA2892AD}"/>
              </a:ext>
            </a:extLst>
          </p:cNvPr>
          <p:cNvSpPr>
            <a:spLocks noGrp="1"/>
          </p:cNvSpPr>
          <p:nvPr>
            <p:ph type="pic" sz="quarter" idx="25" hasCustomPrompt="1"/>
          </p:nvPr>
        </p:nvSpPr>
        <p:spPr>
          <a:xfrm>
            <a:off x="1011762" y="5602151"/>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5" name="Text Placeholder 23">
            <a:extLst>
              <a:ext uri="{FF2B5EF4-FFF2-40B4-BE49-F238E27FC236}">
                <a16:creationId xmlns:a16="http://schemas.microsoft.com/office/drawing/2014/main" id="{89DC60DF-BBF9-032D-AD0B-F365CD4D8920}"/>
              </a:ext>
            </a:extLst>
          </p:cNvPr>
          <p:cNvSpPr>
            <a:spLocks noGrp="1"/>
          </p:cNvSpPr>
          <p:nvPr>
            <p:ph type="body" sz="quarter" idx="26" hasCustomPrompt="1"/>
          </p:nvPr>
        </p:nvSpPr>
        <p:spPr>
          <a:xfrm>
            <a:off x="6717292" y="6408960"/>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2</a:t>
            </a:r>
          </a:p>
        </p:txBody>
      </p:sp>
      <p:sp>
        <p:nvSpPr>
          <p:cNvPr id="6" name="Text Placeholder 23">
            <a:extLst>
              <a:ext uri="{FF2B5EF4-FFF2-40B4-BE49-F238E27FC236}">
                <a16:creationId xmlns:a16="http://schemas.microsoft.com/office/drawing/2014/main" id="{AD9D8176-BB69-9F5A-BA39-87E5D942B5B0}"/>
              </a:ext>
            </a:extLst>
          </p:cNvPr>
          <p:cNvSpPr>
            <a:spLocks noGrp="1"/>
          </p:cNvSpPr>
          <p:nvPr>
            <p:ph type="body" sz="quarter" idx="27" hasCustomPrompt="1"/>
          </p:nvPr>
        </p:nvSpPr>
        <p:spPr>
          <a:xfrm>
            <a:off x="6717293" y="7121384"/>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8" name="Picture Placeholder 24">
            <a:extLst>
              <a:ext uri="{FF2B5EF4-FFF2-40B4-BE49-F238E27FC236}">
                <a16:creationId xmlns:a16="http://schemas.microsoft.com/office/drawing/2014/main" id="{8B0CD642-0531-E3F3-88CD-780EBE6D9300}"/>
              </a:ext>
            </a:extLst>
          </p:cNvPr>
          <p:cNvSpPr>
            <a:spLocks noGrp="1"/>
          </p:cNvSpPr>
          <p:nvPr>
            <p:ph type="pic" sz="quarter" idx="28" hasCustomPrompt="1"/>
          </p:nvPr>
        </p:nvSpPr>
        <p:spPr>
          <a:xfrm>
            <a:off x="6717293" y="5600078"/>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9" name="Text Placeholder 23">
            <a:extLst>
              <a:ext uri="{FF2B5EF4-FFF2-40B4-BE49-F238E27FC236}">
                <a16:creationId xmlns:a16="http://schemas.microsoft.com/office/drawing/2014/main" id="{2269E9E9-9FE1-4B58-A067-4BD00E8E0C31}"/>
              </a:ext>
            </a:extLst>
          </p:cNvPr>
          <p:cNvSpPr>
            <a:spLocks noGrp="1"/>
          </p:cNvSpPr>
          <p:nvPr>
            <p:ph type="body" sz="quarter" idx="29" hasCustomPrompt="1"/>
          </p:nvPr>
        </p:nvSpPr>
        <p:spPr>
          <a:xfrm>
            <a:off x="12416915" y="6408960"/>
            <a:ext cx="4859327" cy="685800"/>
          </a:xfrm>
        </p:spPr>
        <p:txBody>
          <a:bodyPr anchor="b" anchorCtr="0">
            <a:noAutofit/>
          </a:bodyPr>
          <a:lstStyle>
            <a:lvl1pPr marL="0" indent="0" algn="l">
              <a:buNone/>
              <a:defRPr sz="2700" b="0" i="0">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Statement 3</a:t>
            </a:r>
          </a:p>
        </p:txBody>
      </p:sp>
      <p:sp>
        <p:nvSpPr>
          <p:cNvPr id="10" name="Text Placeholder 23">
            <a:extLst>
              <a:ext uri="{FF2B5EF4-FFF2-40B4-BE49-F238E27FC236}">
                <a16:creationId xmlns:a16="http://schemas.microsoft.com/office/drawing/2014/main" id="{FA5B6F15-FA33-ECFB-4754-66663281CBEB}"/>
              </a:ext>
            </a:extLst>
          </p:cNvPr>
          <p:cNvSpPr>
            <a:spLocks noGrp="1"/>
          </p:cNvSpPr>
          <p:nvPr>
            <p:ph type="body" sz="quarter" idx="30" hasCustomPrompt="1"/>
          </p:nvPr>
        </p:nvSpPr>
        <p:spPr>
          <a:xfrm>
            <a:off x="12416916" y="7121384"/>
            <a:ext cx="4859325" cy="1371600"/>
          </a:xfrm>
        </p:spPr>
        <p:txBody>
          <a:bodyPr anchor="t">
            <a:noAutofit/>
          </a:bodyPr>
          <a:lstStyle>
            <a:lvl1pPr marL="0" indent="0" algn="l">
              <a:buNone/>
              <a:defRPr sz="2400" b="0" i="0">
                <a:solidFill>
                  <a:schemeClr val="bg2"/>
                </a:solidFill>
                <a:latin typeface="Aptos" pitchFamily="2" charset="77"/>
                <a:cs typeface="Arial" panose="020B0604020202020204" pitchFamily="34" charset="0"/>
              </a:defRPr>
            </a:lvl1pPr>
            <a:lvl2pPr marL="685800" indent="0">
              <a:buNone/>
              <a:defRPr/>
            </a:lvl2pPr>
            <a:lvl3pPr marL="1371600" indent="0">
              <a:buNone/>
              <a:defRPr/>
            </a:lvl3pPr>
            <a:lvl4pPr marL="2057400" indent="0">
              <a:buNone/>
              <a:defRPr/>
            </a:lvl4pPr>
            <a:lvl5pPr marL="27432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CA9FA2E-EA3D-1DBC-2A4B-62D38B8DF3E6}"/>
              </a:ext>
            </a:extLst>
          </p:cNvPr>
          <p:cNvSpPr>
            <a:spLocks noGrp="1"/>
          </p:cNvSpPr>
          <p:nvPr>
            <p:ph type="pic" sz="quarter" idx="31" hasCustomPrompt="1"/>
          </p:nvPr>
        </p:nvSpPr>
        <p:spPr>
          <a:xfrm>
            <a:off x="12416916" y="5600078"/>
            <a:ext cx="548640" cy="548640"/>
          </a:xfrm>
        </p:spPr>
        <p:txBody>
          <a:bodyPr anchor="ctr">
            <a:normAutofit/>
          </a:bodyPr>
          <a:lstStyle>
            <a:lvl1pPr algn="ctr">
              <a:defRPr sz="900">
                <a:latin typeface="Aptos" pitchFamily="2" charset="77"/>
              </a:defRPr>
            </a:lvl1pPr>
          </a:lstStyle>
          <a:p>
            <a:r>
              <a:rPr lang="en-US" err="1"/>
              <a:t>Octicon</a:t>
            </a:r>
            <a:endParaRPr lang="en-US"/>
          </a:p>
        </p:txBody>
      </p:sp>
      <p:sp>
        <p:nvSpPr>
          <p:cNvPr id="12" name="Title 1">
            <a:extLst>
              <a:ext uri="{FF2B5EF4-FFF2-40B4-BE49-F238E27FC236}">
                <a16:creationId xmlns:a16="http://schemas.microsoft.com/office/drawing/2014/main" id="{1C7570C5-829F-FB1B-F5CF-692824B4A4AD}"/>
              </a:ext>
            </a:extLst>
          </p:cNvPr>
          <p:cNvSpPr>
            <a:spLocks noGrp="1"/>
          </p:cNvSpPr>
          <p:nvPr>
            <p:ph type="ctrTitle" hasCustomPrompt="1"/>
          </p:nvPr>
        </p:nvSpPr>
        <p:spPr>
          <a:xfrm>
            <a:off x="1011763" y="1767199"/>
            <a:ext cx="16326188" cy="2470067"/>
          </a:xfrm>
        </p:spPr>
        <p:txBody>
          <a:bodyPr anchor="t">
            <a:noAutofit/>
          </a:bodyPr>
          <a:lstStyle>
            <a:lvl1pPr algn="l">
              <a:defRPr sz="7200" b="1" i="0">
                <a:solidFill>
                  <a:schemeClr val="tx1"/>
                </a:solidFill>
                <a:latin typeface="Aptos" pitchFamily="2" charset="77"/>
              </a:defRPr>
            </a:lvl1pPr>
          </a:lstStyle>
          <a:p>
            <a:r>
              <a:rPr lang="en-US"/>
              <a:t>Title should be less than 10 words</a:t>
            </a:r>
          </a:p>
        </p:txBody>
      </p:sp>
      <p:sp>
        <p:nvSpPr>
          <p:cNvPr id="13" name="Text Placeholder 23">
            <a:extLst>
              <a:ext uri="{FF2B5EF4-FFF2-40B4-BE49-F238E27FC236}">
                <a16:creationId xmlns:a16="http://schemas.microsoft.com/office/drawing/2014/main" id="{291076F0-6982-7308-4E79-073885B6FFE1}"/>
              </a:ext>
            </a:extLst>
          </p:cNvPr>
          <p:cNvSpPr>
            <a:spLocks noGrp="1"/>
          </p:cNvSpPr>
          <p:nvPr>
            <p:ph type="body" sz="quarter" idx="32" hasCustomPrompt="1"/>
          </p:nvPr>
        </p:nvSpPr>
        <p:spPr>
          <a:xfrm>
            <a:off x="1011762" y="1062228"/>
            <a:ext cx="16326186" cy="548640"/>
          </a:xfrm>
          <a:prstGeom prst="rect">
            <a:avLst/>
          </a:prstGeom>
        </p:spPr>
        <p:txBody>
          <a:bodyPr anchor="ctr" anchorCtr="0">
            <a:noAutofit/>
          </a:bodyPr>
          <a:lstStyle>
            <a:lvl1pPr marL="0" indent="0" algn="l">
              <a:buNone/>
              <a:defRPr sz="2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a:t>Optional header</a:t>
            </a:r>
          </a:p>
        </p:txBody>
      </p:sp>
    </p:spTree>
    <p:extLst>
      <p:ext uri="{BB962C8B-B14F-4D97-AF65-F5344CB8AC3E}">
        <p14:creationId xmlns:p14="http://schemas.microsoft.com/office/powerpoint/2010/main" val="87045172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78EB23-30EC-D9A5-D09F-EBD7B052AF9E}"/>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A7FA7F-82B9-D117-26CB-9657C199A604}"/>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bg">
            <a:extLst>
              <a:ext uri="{FF2B5EF4-FFF2-40B4-BE49-F238E27FC236}">
                <a16:creationId xmlns:a16="http://schemas.microsoft.com/office/drawing/2014/main" id="{0BBCE270-07E3-3826-097E-7802DABF09D0}"/>
              </a:ext>
            </a:extLst>
          </p:cNvPr>
          <p:cNvSpPr>
            <a:spLocks noGrp="1"/>
          </p:cNvSpPr>
          <p:nvPr userDrawn="1"/>
        </p:nvSpPr>
        <p:spPr>
          <a:xfrm>
            <a:off x="0" y="0"/>
            <a:ext cx="18288000" cy="10287000"/>
          </a:xfrm>
          <a:prstGeom prst="rect">
            <a:avLst/>
          </a:prstGeom>
          <a:solidFill>
            <a:srgbClr val="070B1F"/>
          </a:solidFill>
        </p:spPr>
        <p:txBody>
          <a:bodyPr/>
          <a:lstStyle/>
          <a:p>
            <a:endParaRPr lang="en-US"/>
          </a:p>
        </p:txBody>
      </p:sp>
    </p:spTree>
    <p:extLst>
      <p:ext uri="{BB962C8B-B14F-4D97-AF65-F5344CB8AC3E}">
        <p14:creationId xmlns:p14="http://schemas.microsoft.com/office/powerpoint/2010/main" val="3598907886"/>
      </p:ext>
    </p:extLst>
  </p:cSld>
  <p:clrMap bg1="dk1" tx1="lt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6" r:id="rId20"/>
    <p:sldLayoutId id="2147483677" r:id="rId21"/>
    <p:sldLayoutId id="2147483678" r:id="rId22"/>
    <p:sldLayoutId id="2147483679" r:id="rId23"/>
    <p:sldLayoutId id="2147483680" r:id="rId24"/>
    <p:sldLayoutId id="2147483681" r:id="rId25"/>
    <p:sldLayoutId id="2147483682" r:id="rId26"/>
    <p:sldLayoutId id="2147483683" r:id="rId27"/>
    <p:sldLayoutId id="2147483684" r:id="rId28"/>
    <p:sldLayoutId id="2147483685" r:id="rId29"/>
    <p:sldLayoutId id="2147483686" r:id="rId30"/>
    <p:sldLayoutId id="2147483687" r:id="rId31"/>
    <p:sldLayoutId id="2147483688" r:id="rId32"/>
    <p:sldLayoutId id="2147483689" r:id="rId33"/>
    <p:sldLayoutId id="2147483690" r:id="rId34"/>
    <p:sldLayoutId id="2147483691" r:id="rId35"/>
    <p:sldLayoutId id="2147483692" r:id="rId36"/>
    <p:sldLayoutId id="2147483693" r:id="rId37"/>
    <p:sldLayoutId id="2147483694" r:id="rId38"/>
    <p:sldLayoutId id="2147483695" r:id="rId39"/>
    <p:sldLayoutId id="2147483696" r:id="rId40"/>
    <p:sldLayoutId id="2147483697" r:id="rId41"/>
    <p:sldLayoutId id="2147483698" r:id="rId42"/>
    <p:sldLayoutId id="2147483699" r:id="rId43"/>
    <p:sldLayoutId id="2147483700" r:id="rId44"/>
    <p:sldLayoutId id="2147483701" r:id="rId45"/>
    <p:sldLayoutId id="2147483702" r:id="rId46"/>
    <p:sldLayoutId id="2147483703" r:id="rId47"/>
    <p:sldLayoutId id="2147483704" r:id="rId48"/>
    <p:sldLayoutId id="2147483653" r:id="rId49"/>
    <p:sldLayoutId id="2147483705" r:id="rId50"/>
    <p:sldLayoutId id="2147483706" r:id="rId51"/>
    <p:sldLayoutId id="2147483707" r:id="rId52"/>
  </p:sldLayoutIdLst>
  <p:txStyles>
    <p:titleStyle>
      <a:lvl1pPr algn="l" defTabSz="1371600" rtl="0" eaLnBrk="1" latinLnBrk="0" hangingPunct="1">
        <a:lnSpc>
          <a:spcPct val="90000"/>
        </a:lnSpc>
        <a:spcBef>
          <a:spcPct val="0"/>
        </a:spcBef>
        <a:buNone/>
        <a:defRPr sz="5400" b="1" i="0" kern="1200">
          <a:solidFill>
            <a:schemeClr val="tx1"/>
          </a:solidFill>
          <a:latin typeface="Aptos" pitchFamily="2" charset="77"/>
          <a:ea typeface="+mj-ea"/>
          <a:cs typeface="Arial" panose="020B0604020202020204" pitchFamily="34" charset="0"/>
        </a:defRPr>
      </a:lvl1pPr>
    </p:titleStyle>
    <p:bodyStyle>
      <a:lvl1pPr marL="0" indent="0" algn="l" defTabSz="1371600" rtl="0" eaLnBrk="1" latinLnBrk="0" hangingPunct="1">
        <a:lnSpc>
          <a:spcPct val="90000"/>
        </a:lnSpc>
        <a:spcBef>
          <a:spcPts val="1500"/>
        </a:spcBef>
        <a:buFont typeface="Arial" panose="020B0604020202020204" pitchFamily="34" charset="0"/>
        <a:buNone/>
        <a:defRPr sz="3300" kern="1200">
          <a:solidFill>
            <a:schemeClr val="tx1"/>
          </a:solidFill>
          <a:latin typeface="Aptos" pitchFamily="2" charset="77"/>
          <a:ea typeface="+mn-ea"/>
          <a:cs typeface="Arial" panose="020B0604020202020204" pitchFamily="34" charset="0"/>
        </a:defRPr>
      </a:lvl1pPr>
      <a:lvl2pPr marL="685800" indent="0" algn="l" defTabSz="1371600" rtl="0" eaLnBrk="1" latinLnBrk="0" hangingPunct="1">
        <a:lnSpc>
          <a:spcPct val="90000"/>
        </a:lnSpc>
        <a:spcBef>
          <a:spcPts val="750"/>
        </a:spcBef>
        <a:buFont typeface="Arial" panose="020B0604020202020204" pitchFamily="34" charset="0"/>
        <a:buNone/>
        <a:defRPr sz="2700" kern="1200">
          <a:solidFill>
            <a:schemeClr val="tx1"/>
          </a:solidFill>
          <a:latin typeface="Aptos" pitchFamily="2" charset="77"/>
          <a:ea typeface="+mn-ea"/>
          <a:cs typeface="Arial" panose="020B0604020202020204" pitchFamily="34" charset="0"/>
        </a:defRPr>
      </a:lvl2pPr>
      <a:lvl3pPr marL="1371600" indent="0" algn="l" defTabSz="1371600" rtl="0" eaLnBrk="1" latinLnBrk="0" hangingPunct="1">
        <a:lnSpc>
          <a:spcPct val="90000"/>
        </a:lnSpc>
        <a:spcBef>
          <a:spcPts val="750"/>
        </a:spcBef>
        <a:buFont typeface="Arial" panose="020B0604020202020204" pitchFamily="34" charset="0"/>
        <a:buNone/>
        <a:defRPr sz="2700" kern="1200">
          <a:solidFill>
            <a:schemeClr val="tx1"/>
          </a:solidFill>
          <a:latin typeface="Aptos" pitchFamily="2" charset="77"/>
          <a:ea typeface="+mn-ea"/>
          <a:cs typeface="Arial" panose="020B0604020202020204" pitchFamily="34" charset="0"/>
        </a:defRPr>
      </a:lvl3pPr>
      <a:lvl4pPr marL="2057400" indent="0" algn="l" defTabSz="1371600" rtl="0" eaLnBrk="1" latinLnBrk="0" hangingPunct="1">
        <a:lnSpc>
          <a:spcPct val="90000"/>
        </a:lnSpc>
        <a:spcBef>
          <a:spcPts val="750"/>
        </a:spcBef>
        <a:buFont typeface="Arial" panose="020B0604020202020204" pitchFamily="34" charset="0"/>
        <a:buNone/>
        <a:defRPr sz="2700" kern="1200">
          <a:solidFill>
            <a:schemeClr val="tx1"/>
          </a:solidFill>
          <a:latin typeface="Aptos" pitchFamily="2" charset="77"/>
          <a:ea typeface="+mn-ea"/>
          <a:cs typeface="Arial" panose="020B0604020202020204" pitchFamily="34" charset="0"/>
        </a:defRPr>
      </a:lvl4pPr>
      <a:lvl5pPr marL="2743200" indent="0" algn="l" defTabSz="1371600" rtl="0" eaLnBrk="1" latinLnBrk="0" hangingPunct="1">
        <a:lnSpc>
          <a:spcPct val="90000"/>
        </a:lnSpc>
        <a:spcBef>
          <a:spcPts val="750"/>
        </a:spcBef>
        <a:buFont typeface="Arial" panose="020B0604020202020204" pitchFamily="34" charset="0"/>
        <a:buNone/>
        <a:defRPr sz="2700" kern="1200">
          <a:solidFill>
            <a:schemeClr val="tx1"/>
          </a:solidFill>
          <a:latin typeface="Aptos" pitchFamily="2" charset="77"/>
          <a:ea typeface="+mn-ea"/>
          <a:cs typeface="Arial" panose="020B0604020202020204" pitchFamily="34"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8.xml"/><Relationship Id="rId5" Type="http://schemas.openxmlformats.org/officeDocument/2006/relationships/image" Target="../media/image15.png"/><Relationship Id="rId4"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50.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20.svg"/><Relationship Id="rId2" Type="http://schemas.openxmlformats.org/officeDocument/2006/relationships/notesSlide" Target="../notesSlides/notesSlide4.xml"/><Relationship Id="rId1" Type="http://schemas.openxmlformats.org/officeDocument/2006/relationships/slideLayout" Target="../slideLayouts/slideLayout52.xml"/><Relationship Id="rId6" Type="http://schemas.openxmlformats.org/officeDocument/2006/relationships/image" Target="../media/image19.svg"/><Relationship Id="rId5" Type="http://schemas.openxmlformats.org/officeDocument/2006/relationships/hyperlink" Target="https://creativecommons.org/licenses/by-nc-sa/3.0/" TargetMode="External"/><Relationship Id="rId4" Type="http://schemas.openxmlformats.org/officeDocument/2006/relationships/hyperlink" Target="https://lecrabeinfo.net/telecharger/windows-11-iot-enterprise-ltsc-2024/" TargetMode="External"/><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1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notesSlide" Target="../notesSlides/notesSlide6.xml"/><Relationship Id="rId1" Type="http://schemas.openxmlformats.org/officeDocument/2006/relationships/slideLayout" Target="../slideLayouts/slideLayout48.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svg"/><Relationship Id="rId9"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48.xml"/><Relationship Id="rId5" Type="http://schemas.openxmlformats.org/officeDocument/2006/relationships/image" Target="../media/image39.sv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1.svg"/><Relationship Id="rId7" Type="http://schemas.openxmlformats.org/officeDocument/2006/relationships/image" Target="../media/image44.svg"/><Relationship Id="rId2" Type="http://schemas.openxmlformats.org/officeDocument/2006/relationships/image" Target="../media/image40.png"/><Relationship Id="rId1" Type="http://schemas.openxmlformats.org/officeDocument/2006/relationships/slideLayout" Target="../slideLayouts/slideLayout48.xml"/><Relationship Id="rId6" Type="http://schemas.openxmlformats.org/officeDocument/2006/relationships/image" Target="../media/image43.svg"/><Relationship Id="rId5" Type="http://schemas.microsoft.com/office/2007/relationships/hdphoto" Target="../media/hdphoto1.wdp"/><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7.svg"/><Relationship Id="rId7" Type="http://schemas.microsoft.com/office/2007/relationships/hdphoto" Target="../media/hdphoto2.wdp"/><Relationship Id="rId2" Type="http://schemas.openxmlformats.org/officeDocument/2006/relationships/image" Target="../media/image46.svg"/><Relationship Id="rId1" Type="http://schemas.openxmlformats.org/officeDocument/2006/relationships/slideLayout" Target="../slideLayouts/slideLayout48.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1.png"/></Relationships>
</file>

<file path=ppt/slides/_rels/slide1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hyperlink" Target="https://github.com/microsoft/edit" TargetMode="External"/><Relationship Id="rId13" Type="http://schemas.openxmlformats.org/officeDocument/2006/relationships/hyperlink" Target="https://github.com/PSModule/NerdFonts" TargetMode="External"/><Relationship Id="rId3" Type="http://schemas.openxmlformats.org/officeDocument/2006/relationships/hyperlink" Target="https://github.com/microsoft/terminal" TargetMode="External"/><Relationship Id="rId7" Type="http://schemas.openxmlformats.org/officeDocument/2006/relationships/hyperlink" Target="https://gitforwindows.org/" TargetMode="External"/><Relationship Id="rId12" Type="http://schemas.openxmlformats.org/officeDocument/2006/relationships/hyperlink" Target="https://nerdfonts.com/" TargetMode="External"/><Relationship Id="rId2" Type="http://schemas.openxmlformats.org/officeDocument/2006/relationships/image" Target="../media/image54.jpeg"/><Relationship Id="rId1" Type="http://schemas.openxmlformats.org/officeDocument/2006/relationships/slideLayout" Target="../slideLayouts/slideLayout5.xml"/><Relationship Id="rId6" Type="http://schemas.openxmlformats.org/officeDocument/2006/relationships/hyperlink" Target="https://learn.microsoft.com/powershell/scripting" TargetMode="External"/><Relationship Id="rId11" Type="http://schemas.openxmlformats.org/officeDocument/2006/relationships/hyperlink" Target="https://ohmyposh.dev/" TargetMode="External"/><Relationship Id="rId5" Type="http://schemas.openxmlformats.org/officeDocument/2006/relationships/hyperlink" Target="https://github.com/PowerShell/PowerShell" TargetMode="External"/><Relationship Id="rId15" Type="http://schemas.openxmlformats.org/officeDocument/2006/relationships/image" Target="../media/image55.svg"/><Relationship Id="rId10" Type="http://schemas.openxmlformats.org/officeDocument/2006/relationships/hyperlink" Target="https://github.com/sharkdp/bat" TargetMode="External"/><Relationship Id="rId4" Type="http://schemas.openxmlformats.org/officeDocument/2006/relationships/hyperlink" Target="https://wezterm.org/" TargetMode="External"/><Relationship Id="rId9" Type="http://schemas.openxmlformats.org/officeDocument/2006/relationships/hyperlink" Target="https://getfresh.dev/" TargetMode="External"/><Relationship Id="rId1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48.xml"/><Relationship Id="rId5" Type="http://schemas.openxmlformats.org/officeDocument/2006/relationships/image" Target="../media/image59.png"/><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48.xml"/></Relationships>
</file>

<file path=ppt/slides/_rels/slide20.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48.xml"/><Relationship Id="rId6" Type="http://schemas.openxmlformats.org/officeDocument/2006/relationships/image" Target="../media/image22.png"/><Relationship Id="rId5" Type="http://schemas.openxmlformats.org/officeDocument/2006/relationships/image" Target="../media/image61.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hyperlink" Target="https://docs.github.com/en/copilot/how-tos/use-copilot-agents/coding-agent/create-custom-agents" TargetMode="External"/><Relationship Id="rId7" Type="http://schemas.openxmlformats.org/officeDocument/2006/relationships/image" Target="../media/image65.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2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3" Type="http://schemas.openxmlformats.org/officeDocument/2006/relationships/hyperlink" Target="https://aka.ms/githubcopilotdevdays/sweepstakes" TargetMode="External"/><Relationship Id="rId2" Type="http://schemas.openxmlformats.org/officeDocument/2006/relationships/image" Target="../media/image71.png"/><Relationship Id="rId1" Type="http://schemas.openxmlformats.org/officeDocument/2006/relationships/slideLayout" Target="../slideLayouts/slideLayout19.xml"/><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E980-03F6-A842-2974-D4AB80531BD1}"/>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BA753AB8-F76C-F609-45E7-474574773485}"/>
              </a:ext>
            </a:extLst>
          </p:cNvPr>
          <p:cNvSpPr/>
          <p:nvPr/>
        </p:nvSpPr>
        <p:spPr>
          <a:xfrm>
            <a:off x="150311" y="2830882"/>
            <a:ext cx="3041847" cy="2312618"/>
          </a:xfrm>
          <a:prstGeom prst="rect">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173F31-E88F-FE41-8DD3-E021FAE838C6}"/>
              </a:ext>
            </a:extLst>
          </p:cNvPr>
          <p:cNvSpPr>
            <a:spLocks noGrp="1"/>
          </p:cNvSpPr>
          <p:nvPr>
            <p:ph type="ctrTitle"/>
          </p:nvPr>
        </p:nvSpPr>
        <p:spPr>
          <a:xfrm>
            <a:off x="3931646" y="570523"/>
            <a:ext cx="13616867" cy="3826114"/>
          </a:xfrm>
        </p:spPr>
        <p:txBody>
          <a:bodyPr>
            <a:normAutofit/>
          </a:bodyPr>
          <a:lstStyle/>
          <a:p>
            <a:r>
              <a:rPr lang="en-US" sz="14400" dirty="0">
                <a:latin typeface="Aptos"/>
                <a:ea typeface="Calibri"/>
                <a:cs typeface="Calibri"/>
              </a:rPr>
              <a:t>GitHub Copilot </a:t>
            </a:r>
            <a:br>
              <a:rPr lang="en-US" sz="14400" dirty="0">
                <a:latin typeface="Aptos"/>
                <a:ea typeface="Calibri"/>
                <a:cs typeface="Calibri"/>
              </a:rPr>
            </a:br>
            <a:r>
              <a:rPr lang="en-US" sz="14400" dirty="0">
                <a:latin typeface="Aptos"/>
                <a:ea typeface="Calibri"/>
                <a:cs typeface="Calibri"/>
              </a:rPr>
              <a:t>Dev Days</a:t>
            </a:r>
          </a:p>
        </p:txBody>
      </p:sp>
      <p:sp>
        <p:nvSpPr>
          <p:cNvPr id="3" name="Text Placeholder 2">
            <a:extLst>
              <a:ext uri="{FF2B5EF4-FFF2-40B4-BE49-F238E27FC236}">
                <a16:creationId xmlns:a16="http://schemas.microsoft.com/office/drawing/2014/main" id="{7C234C61-AD51-1141-E543-FC3264283FC6}"/>
              </a:ext>
            </a:extLst>
          </p:cNvPr>
          <p:cNvSpPr>
            <a:spLocks noGrp="1"/>
          </p:cNvSpPr>
          <p:nvPr>
            <p:ph type="body" sz="quarter" idx="25"/>
          </p:nvPr>
        </p:nvSpPr>
        <p:spPr>
          <a:xfrm>
            <a:off x="5556453" y="8495872"/>
            <a:ext cx="4377090" cy="685800"/>
          </a:xfrm>
        </p:spPr>
        <p:txBody>
          <a:bodyPr/>
          <a:lstStyle/>
          <a:p>
            <a:r>
              <a:rPr lang="en-US" sz="3200" dirty="0"/>
              <a:t>Jim McKeeth</a:t>
            </a:r>
          </a:p>
        </p:txBody>
      </p:sp>
      <p:sp>
        <p:nvSpPr>
          <p:cNvPr id="4" name="Text Placeholder 3">
            <a:extLst>
              <a:ext uri="{FF2B5EF4-FFF2-40B4-BE49-F238E27FC236}">
                <a16:creationId xmlns:a16="http://schemas.microsoft.com/office/drawing/2014/main" id="{3AEC6A8D-05C0-0E2C-8223-FBF006AFEB2B}"/>
              </a:ext>
            </a:extLst>
          </p:cNvPr>
          <p:cNvSpPr>
            <a:spLocks noGrp="1"/>
          </p:cNvSpPr>
          <p:nvPr>
            <p:ph type="body" sz="quarter" idx="26"/>
          </p:nvPr>
        </p:nvSpPr>
        <p:spPr>
          <a:xfrm>
            <a:off x="5556453" y="9206818"/>
            <a:ext cx="4377090" cy="967020"/>
          </a:xfrm>
        </p:spPr>
        <p:txBody>
          <a:bodyPr/>
          <a:lstStyle/>
          <a:p>
            <a:pPr>
              <a:lnSpc>
                <a:spcPct val="120000"/>
              </a:lnSpc>
            </a:pPr>
            <a:r>
              <a:rPr lang="en-US" dirty="0" err="1"/>
              <a:t>BSDG.dev</a:t>
            </a:r>
            <a:r>
              <a:rPr lang="en-US" dirty="0"/>
              <a:t> - BoiseCodeCamp.com</a:t>
            </a:r>
            <a:br>
              <a:rPr lang="en-US" dirty="0"/>
            </a:br>
            <a:r>
              <a:rPr lang="en-US" dirty="0"/>
              <a:t>jim@mckeeth.org</a:t>
            </a:r>
          </a:p>
        </p:txBody>
      </p:sp>
      <p:sp>
        <p:nvSpPr>
          <p:cNvPr id="5" name="Text Placeholder 4">
            <a:extLst>
              <a:ext uri="{FF2B5EF4-FFF2-40B4-BE49-F238E27FC236}">
                <a16:creationId xmlns:a16="http://schemas.microsoft.com/office/drawing/2014/main" id="{0BC79CE2-A11C-DE3E-A87C-923069080A44}"/>
              </a:ext>
            </a:extLst>
          </p:cNvPr>
          <p:cNvSpPr>
            <a:spLocks noGrp="1"/>
          </p:cNvSpPr>
          <p:nvPr>
            <p:ph type="body" sz="quarter" idx="38"/>
          </p:nvPr>
        </p:nvSpPr>
        <p:spPr/>
        <p:txBody>
          <a:bodyPr/>
          <a:lstStyle/>
          <a:p>
            <a:endParaRPr lang="en-US"/>
          </a:p>
        </p:txBody>
      </p:sp>
      <p:sp>
        <p:nvSpPr>
          <p:cNvPr id="6" name="Text Placeholder 5">
            <a:extLst>
              <a:ext uri="{FF2B5EF4-FFF2-40B4-BE49-F238E27FC236}">
                <a16:creationId xmlns:a16="http://schemas.microsoft.com/office/drawing/2014/main" id="{B64FA467-26BA-66FA-698B-EE14771BB339}"/>
              </a:ext>
            </a:extLst>
          </p:cNvPr>
          <p:cNvSpPr>
            <a:spLocks noGrp="1"/>
          </p:cNvSpPr>
          <p:nvPr>
            <p:ph type="body" sz="quarter" idx="39"/>
          </p:nvPr>
        </p:nvSpPr>
        <p:spPr/>
        <p:txBody>
          <a:bodyPr/>
          <a:lstStyle/>
          <a:p>
            <a:endParaRPr lang="en-US"/>
          </a:p>
        </p:txBody>
      </p:sp>
      <p:sp>
        <p:nvSpPr>
          <p:cNvPr id="8" name="Picture Placeholder 7">
            <a:extLst>
              <a:ext uri="{FF2B5EF4-FFF2-40B4-BE49-F238E27FC236}">
                <a16:creationId xmlns:a16="http://schemas.microsoft.com/office/drawing/2014/main" id="{9CC4381D-2ADC-B170-4319-08F26F8D8F91}"/>
              </a:ext>
            </a:extLst>
          </p:cNvPr>
          <p:cNvSpPr>
            <a:spLocks noGrp="1"/>
          </p:cNvSpPr>
          <p:nvPr>
            <p:ph type="pic" sz="quarter" idx="43"/>
          </p:nvPr>
        </p:nvSpPr>
        <p:spPr/>
        <p:txBody>
          <a:bodyPr/>
          <a:lstStyle/>
          <a:p>
            <a:endParaRPr lang="en-US"/>
          </a:p>
        </p:txBody>
      </p:sp>
      <p:pic>
        <p:nvPicPr>
          <p:cNvPr id="10" name="cover-copilot"/>
          <p:cNvPicPr>
            <a:picLocks noChangeAspect="1"/>
          </p:cNvPicPr>
          <p:nvPr/>
        </p:nvPicPr>
        <p:blipFill>
          <a:blip r:embed="rId3"/>
          <a:stretch/>
        </p:blipFill>
        <p:spPr>
          <a:xfrm>
            <a:off x="12001500" y="1915325"/>
            <a:ext cx="6286500" cy="6286500"/>
          </a:xfrm>
          <a:prstGeom prst="rect">
            <a:avLst/>
          </a:prstGeom>
        </p:spPr>
      </p:pic>
      <p:pic>
        <p:nvPicPr>
          <p:cNvPr id="2050" name="Picture 2">
            <a:extLst>
              <a:ext uri="{FF2B5EF4-FFF2-40B4-BE49-F238E27FC236}">
                <a16:creationId xmlns:a16="http://schemas.microsoft.com/office/drawing/2014/main" id="{6BD989D0-4B55-0745-B5CE-2DE1318C3524}"/>
              </a:ext>
            </a:extLst>
          </p:cNvPr>
          <p:cNvPicPr>
            <a:picLocks noGrp="1" noChangeAspect="1" noChangeArrowheads="1"/>
          </p:cNvPicPr>
          <p:nvPr>
            <p:ph type="pic" sz="quarter" idx="41"/>
          </p:nvPr>
        </p:nvPicPr>
        <p:blipFill>
          <a:blip r:embed="rId4">
            <a:extLst>
              <a:ext uri="{28A0092B-C50C-407E-A947-70E740481C1C}">
                <a14:useLocalDpi xmlns:a14="http://schemas.microsoft.com/office/drawing/2010/main" val="0"/>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9" name="Picture 6">
            <a:extLst>
              <a:ext uri="{FF2B5EF4-FFF2-40B4-BE49-F238E27FC236}">
                <a16:creationId xmlns:a16="http://schemas.microsoft.com/office/drawing/2014/main" id="{134C6E8B-BBB1-7388-385E-BB711929912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109" t="25278" r="73873" b="26964"/>
          <a:stretch>
            <a:fillRect/>
          </a:stretch>
        </p:blipFill>
        <p:spPr bwMode="auto">
          <a:xfrm>
            <a:off x="409753" y="3106455"/>
            <a:ext cx="2471233" cy="183203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FD753B8-C496-8680-A989-7FBD5CA93079}"/>
              </a:ext>
            </a:extLst>
          </p:cNvPr>
          <p:cNvSpPr txBox="1"/>
          <p:nvPr/>
        </p:nvSpPr>
        <p:spPr>
          <a:xfrm>
            <a:off x="3931646" y="4845661"/>
            <a:ext cx="9144000" cy="2477601"/>
          </a:xfrm>
          <a:prstGeom prst="rect">
            <a:avLst/>
          </a:prstGeom>
          <a:noFill/>
        </p:spPr>
        <p:txBody>
          <a:bodyPr wrap="square">
            <a:spAutoFit/>
          </a:bodyPr>
          <a:lstStyle/>
          <a:p>
            <a:r>
              <a:rPr lang="en-US" sz="15500" b="1" dirty="0">
                <a:solidFill>
                  <a:srgbClr val="8BF1A6"/>
                </a:solidFill>
                <a:latin typeface="Aptos"/>
                <a:ea typeface="Calibri"/>
                <a:cs typeface="Calibri"/>
              </a:rPr>
              <a:t>CLI FTW!</a:t>
            </a:r>
            <a:endParaRPr lang="en-US" sz="15500" b="1" dirty="0">
              <a:solidFill>
                <a:srgbClr val="8BF1A6"/>
              </a:solidFill>
            </a:endParaRPr>
          </a:p>
        </p:txBody>
      </p:sp>
    </p:spTree>
    <p:extLst>
      <p:ext uri="{BB962C8B-B14F-4D97-AF65-F5344CB8AC3E}">
        <p14:creationId xmlns:p14="http://schemas.microsoft.com/office/powerpoint/2010/main" val="399871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260DC76-4869-CD93-BCAE-3C98FD6EC8A0}"/>
              </a:ext>
            </a:extLst>
          </p:cNvPr>
          <p:cNvSpPr>
            <a:spLocks noGrp="1" noRot="1" noMove="1" noResize="1" noEditPoints="1" noAdjustHandles="1" noChangeArrowheads="1" noChangeShapeType="1"/>
          </p:cNvSpPr>
          <p:nvPr/>
        </p:nvSpPr>
        <p:spPr>
          <a:xfrm>
            <a:off x="14029794" y="0"/>
            <a:ext cx="4258206" cy="10287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82234007-A2D4-0106-DD1F-44D047454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106525" cy="10287000"/>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a:extLst>
              <a:ext uri="{FF2B5EF4-FFF2-40B4-BE49-F238E27FC236}">
                <a16:creationId xmlns:a16="http://schemas.microsoft.com/office/drawing/2014/main" id="{1CDCD89B-3FED-0133-856C-A3304955DD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29794" y="592521"/>
            <a:ext cx="3929227" cy="3929227"/>
          </a:xfrm>
          <a:prstGeom prst="rect">
            <a:avLst/>
          </a:prstGeom>
        </p:spPr>
      </p:pic>
      <p:pic>
        <p:nvPicPr>
          <p:cNvPr id="4" name="equation-copilot">
            <a:extLst>
              <a:ext uri="{FF2B5EF4-FFF2-40B4-BE49-F238E27FC236}">
                <a16:creationId xmlns:a16="http://schemas.microsoft.com/office/drawing/2014/main" id="{2DD16C27-479D-B32E-19CF-2FD754A4FF5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4106525" y="5765252"/>
            <a:ext cx="3775767" cy="3775767"/>
          </a:xfrm>
          <a:prstGeom prst="rect">
            <a:avLst/>
          </a:prstGeom>
        </p:spPr>
      </p:pic>
      <p:sp>
        <p:nvSpPr>
          <p:cNvPr id="6" name="Arrow: Up 5">
            <a:extLst>
              <a:ext uri="{FF2B5EF4-FFF2-40B4-BE49-F238E27FC236}">
                <a16:creationId xmlns:a16="http://schemas.microsoft.com/office/drawing/2014/main" id="{9F8E55B5-1EFE-6570-BE8B-871DCAEB5C33}"/>
              </a:ext>
            </a:extLst>
          </p:cNvPr>
          <p:cNvSpPr/>
          <p:nvPr/>
        </p:nvSpPr>
        <p:spPr>
          <a:xfrm rot="20072569">
            <a:off x="6923609" y="2204199"/>
            <a:ext cx="753434" cy="2071491"/>
          </a:xfrm>
          <a:prstGeom prst="upArrow">
            <a:avLst/>
          </a:prstGeom>
          <a:solidFill>
            <a:srgbClr val="05889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800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32" presetClass="emph" presetSubtype="0" fill="hold" grpId="1" nodeType="afterEffect">
                                  <p:stCondLst>
                                    <p:cond delay="0"/>
                                  </p:stCondLst>
                                  <p:childTnLst>
                                    <p:animRot by="120000">
                                      <p:cBhvr>
                                        <p:cTn id="10" dur="100" fill="hold">
                                          <p:stCondLst>
                                            <p:cond delay="0"/>
                                          </p:stCondLst>
                                        </p:cTn>
                                        <p:tgtEl>
                                          <p:spTgt spid="6"/>
                                        </p:tgtEl>
                                        <p:attrNameLst>
                                          <p:attrName>r</p:attrName>
                                        </p:attrNameLst>
                                      </p:cBhvr>
                                    </p:animRot>
                                    <p:animRot by="-240000">
                                      <p:cBhvr>
                                        <p:cTn id="11" dur="200" fill="hold">
                                          <p:stCondLst>
                                            <p:cond delay="200"/>
                                          </p:stCondLst>
                                        </p:cTn>
                                        <p:tgtEl>
                                          <p:spTgt spid="6"/>
                                        </p:tgtEl>
                                        <p:attrNameLst>
                                          <p:attrName>r</p:attrName>
                                        </p:attrNameLst>
                                      </p:cBhvr>
                                    </p:animRot>
                                    <p:animRot by="240000">
                                      <p:cBhvr>
                                        <p:cTn id="12" dur="200" fill="hold">
                                          <p:stCondLst>
                                            <p:cond delay="400"/>
                                          </p:stCondLst>
                                        </p:cTn>
                                        <p:tgtEl>
                                          <p:spTgt spid="6"/>
                                        </p:tgtEl>
                                        <p:attrNameLst>
                                          <p:attrName>r</p:attrName>
                                        </p:attrNameLst>
                                      </p:cBhvr>
                                    </p:animRot>
                                    <p:animRot by="-240000">
                                      <p:cBhvr>
                                        <p:cTn id="13" dur="200" fill="hold">
                                          <p:stCondLst>
                                            <p:cond delay="600"/>
                                          </p:stCondLst>
                                        </p:cTn>
                                        <p:tgtEl>
                                          <p:spTgt spid="6"/>
                                        </p:tgtEl>
                                        <p:attrNameLst>
                                          <p:attrName>r</p:attrName>
                                        </p:attrNameLst>
                                      </p:cBhvr>
                                    </p:animRot>
                                    <p:animRot by="120000">
                                      <p:cBhvr>
                                        <p:cTn id="14" dur="200" fill="hold">
                                          <p:stCondLst>
                                            <p:cond delay="800"/>
                                          </p:stCondLst>
                                        </p:cTn>
                                        <p:tgtEl>
                                          <p:spTgt spid="6"/>
                                        </p:tgtEl>
                                        <p:attrNameLst>
                                          <p:attrName>r</p:attrName>
                                        </p:attrNameLst>
                                      </p:cBhvr>
                                    </p:animRot>
                                  </p:childTnLst>
                                </p:cTn>
                              </p:par>
                            </p:childTnLst>
                          </p:cTn>
                        </p:par>
                        <p:par>
                          <p:cTn id="15" fill="hold">
                            <p:stCondLst>
                              <p:cond delay="1500"/>
                            </p:stCondLst>
                            <p:childTnLst>
                              <p:par>
                                <p:cTn id="16" presetID="9" presetClass="emph" presetSubtype="0" nodeType="afterEffect">
                                  <p:stCondLst>
                                    <p:cond delay="0"/>
                                  </p:stCondLst>
                                  <p:childTnLst>
                                    <p:set>
                                      <p:cBhvr>
                                        <p:cTn id="17" dur="indefinite"/>
                                        <p:tgtEl>
                                          <p:spTgt spid="3"/>
                                        </p:tgtEl>
                                        <p:attrNameLst>
                                          <p:attrName>style.opacity</p:attrName>
                                        </p:attrNameLst>
                                      </p:cBhvr>
                                      <p:to>
                                        <p:strVal val="0.25"/>
                                      </p:to>
                                    </p:set>
                                    <p:animEffect filter="image" prLst="opacity: 0.25">
                                      <p:cBhvr rctx="IE">
                                        <p:cTn id="18" dur="indefinite"/>
                                        <p:tgtEl>
                                          <p:spTgt spid="3"/>
                                        </p:tgtEl>
                                      </p:cBhvr>
                                    </p:animEffect>
                                  </p:childTnLst>
                                </p:cTn>
                              </p:par>
                              <p:par>
                                <p:cTn id="19" presetID="6" presetClass="emph" presetSubtype="0" fill="hold" nodeType="withEffect">
                                  <p:stCondLst>
                                    <p:cond delay="0"/>
                                  </p:stCondLst>
                                  <p:childTnLst>
                                    <p:animScale>
                                      <p:cBhvr>
                                        <p:cTn id="20" dur="2000" fill="hold"/>
                                        <p:tgtEl>
                                          <p:spTgt spid="4"/>
                                        </p:tgtEl>
                                      </p:cBhvr>
                                      <p:by x="150000" y="150000"/>
                                    </p:animScale>
                                  </p:childTnLst>
                                </p:cTn>
                              </p:par>
                              <p:par>
                                <p:cTn id="21" presetID="42" presetClass="path" presetSubtype="0" fill="hold" nodeType="withEffect">
                                  <p:stCondLst>
                                    <p:cond delay="0"/>
                                  </p:stCondLst>
                                  <p:childTnLst>
                                    <p:animMotion origin="layout" path="M 4.02778E-6 -1.48148E-6 L -0.04818 -0.01481 " pathEditMode="relative" rAng="0" ptsTypes="AA">
                                      <p:cBhvr>
                                        <p:cTn id="22" dur="2000" fill="hold"/>
                                        <p:tgtEl>
                                          <p:spTgt spid="4"/>
                                        </p:tgtEl>
                                        <p:attrNameLst>
                                          <p:attrName>ppt_x</p:attrName>
                                          <p:attrName>ppt_y</p:attrName>
                                        </p:attrNameLst>
                                      </p:cBhvr>
                                      <p:rCtr x="-2413" y="-7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E8F7-A6D1-F009-6A68-C4A12500928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86EA601-A8AF-0EE5-8769-AF4DF4149CFD}"/>
              </a:ext>
            </a:extLst>
          </p:cNvPr>
          <p:cNvSpPr/>
          <p:nvPr/>
        </p:nvSpPr>
        <p:spPr>
          <a:xfrm>
            <a:off x="0" y="0"/>
            <a:ext cx="9144000" cy="10287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464">
              <a:defRPr/>
            </a:pPr>
            <a:endParaRPr lang="en-US" sz="8099">
              <a:solidFill>
                <a:srgbClr val="FFFFFF"/>
              </a:solidFill>
              <a:latin typeface="Arial" panose="020B0604020202020204"/>
            </a:endParaRPr>
          </a:p>
        </p:txBody>
      </p:sp>
      <p:sp>
        <p:nvSpPr>
          <p:cNvPr id="6" name="Title 5">
            <a:extLst>
              <a:ext uri="{FF2B5EF4-FFF2-40B4-BE49-F238E27FC236}">
                <a16:creationId xmlns:a16="http://schemas.microsoft.com/office/drawing/2014/main" id="{A12B40B7-249F-702C-7870-ED2B12EFBA22}"/>
              </a:ext>
            </a:extLst>
          </p:cNvPr>
          <p:cNvSpPr>
            <a:spLocks noGrp="1"/>
          </p:cNvSpPr>
          <p:nvPr>
            <p:ph type="title"/>
          </p:nvPr>
        </p:nvSpPr>
        <p:spPr>
          <a:xfrm>
            <a:off x="9730515" y="2869396"/>
            <a:ext cx="7994289" cy="872576"/>
          </a:xfrm>
        </p:spPr>
        <p:txBody>
          <a:bodyPr>
            <a:normAutofit/>
          </a:bodyPr>
          <a:lstStyle/>
          <a:p>
            <a:r>
              <a:rPr lang="en-US" spc="-225">
                <a:cs typeface="Aptos" pitchFamily="2" charset="77"/>
              </a:rPr>
              <a:t>Core Features</a:t>
            </a:r>
          </a:p>
        </p:txBody>
      </p:sp>
      <p:grpSp>
        <p:nvGrpSpPr>
          <p:cNvPr id="2" name="Group 1">
            <a:extLst>
              <a:ext uri="{FF2B5EF4-FFF2-40B4-BE49-F238E27FC236}">
                <a16:creationId xmlns:a16="http://schemas.microsoft.com/office/drawing/2014/main" id="{7B53DDA9-459F-6459-B4EC-2466101231C0}"/>
              </a:ext>
            </a:extLst>
          </p:cNvPr>
          <p:cNvGrpSpPr/>
          <p:nvPr/>
        </p:nvGrpSpPr>
        <p:grpSpPr>
          <a:xfrm>
            <a:off x="9730516" y="1765335"/>
            <a:ext cx="3126842" cy="623904"/>
            <a:chOff x="19461029" y="4145700"/>
            <a:chExt cx="6253683" cy="1247808"/>
          </a:xfrm>
        </p:grpSpPr>
        <p:sp>
          <p:nvSpPr>
            <p:cNvPr id="10" name="Rounded Rectangle 9">
              <a:extLst>
                <a:ext uri="{FF2B5EF4-FFF2-40B4-BE49-F238E27FC236}">
                  <a16:creationId xmlns:a16="http://schemas.microsoft.com/office/drawing/2014/main" id="{2DC3803D-891B-C923-E74D-D0D1AA3BA7D2}"/>
                </a:ext>
              </a:extLst>
            </p:cNvPr>
            <p:cNvSpPr/>
            <p:nvPr/>
          </p:nvSpPr>
          <p:spPr>
            <a:xfrm>
              <a:off x="19461029" y="4145700"/>
              <a:ext cx="6253683"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pPr defTabSz="1371464">
                <a:defRPr/>
              </a:pPr>
              <a:r>
                <a:rPr lang="en-US" sz="2100">
                  <a:solidFill>
                    <a:srgbClr val="FFFFFF"/>
                  </a:solidFill>
                  <a:latin typeface="Aptos" pitchFamily="2" charset="77"/>
                </a:rPr>
                <a:t>What’s in the box</a:t>
              </a:r>
            </a:p>
          </p:txBody>
        </p:sp>
        <p:grpSp>
          <p:nvGrpSpPr>
            <p:cNvPr id="16" name="Google Shape;407;p27">
              <a:extLst>
                <a:ext uri="{FF2B5EF4-FFF2-40B4-BE49-F238E27FC236}">
                  <a16:creationId xmlns:a16="http://schemas.microsoft.com/office/drawing/2014/main" id="{33D0C404-6D7E-D322-AE7A-646EE6577AA9}"/>
                </a:ext>
              </a:extLst>
            </p:cNvPr>
            <p:cNvGrpSpPr/>
            <p:nvPr/>
          </p:nvGrpSpPr>
          <p:grpSpPr>
            <a:xfrm>
              <a:off x="19937505" y="4506765"/>
              <a:ext cx="525726" cy="525677"/>
              <a:chOff x="3192175" y="1099503"/>
              <a:chExt cx="52725" cy="52725"/>
            </a:xfrm>
            <a:solidFill>
              <a:schemeClr val="tx1"/>
            </a:solidFill>
          </p:grpSpPr>
          <p:sp>
            <p:nvSpPr>
              <p:cNvPr id="17" name="Google Shape;408;p27">
                <a:extLst>
                  <a:ext uri="{FF2B5EF4-FFF2-40B4-BE49-F238E27FC236}">
                    <a16:creationId xmlns:a16="http://schemas.microsoft.com/office/drawing/2014/main" id="{C2157B60-5FD7-830E-A1F7-63B2B9781614}"/>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137138" tIns="137138" rIns="137138" bIns="137138" anchor="ctr" anchorCtr="0">
                <a:noAutofit/>
              </a:bodyPr>
              <a:lstStyle/>
              <a:p>
                <a:pPr defTabSz="457110">
                  <a:buClr>
                    <a:srgbClr val="000000"/>
                  </a:buClr>
                  <a:defRPr/>
                </a:pPr>
                <a:endParaRPr sz="6300" kern="0">
                  <a:solidFill>
                    <a:srgbClr val="0C1116"/>
                  </a:solidFill>
                  <a:latin typeface="Arial"/>
                  <a:cs typeface="Arial"/>
                  <a:sym typeface="Arial"/>
                </a:endParaRPr>
              </a:p>
            </p:txBody>
          </p:sp>
          <p:sp>
            <p:nvSpPr>
              <p:cNvPr id="18" name="Google Shape;409;p27">
                <a:extLst>
                  <a:ext uri="{FF2B5EF4-FFF2-40B4-BE49-F238E27FC236}">
                    <a16:creationId xmlns:a16="http://schemas.microsoft.com/office/drawing/2014/main" id="{9AEFCA0D-1AE2-7214-677C-2F0D395BBEE6}"/>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137138" tIns="137138" rIns="137138" bIns="137138" anchor="ctr" anchorCtr="0">
                <a:noAutofit/>
              </a:bodyPr>
              <a:lstStyle/>
              <a:p>
                <a:pPr defTabSz="457110">
                  <a:buClr>
                    <a:srgbClr val="000000"/>
                  </a:buClr>
                  <a:defRPr/>
                </a:pPr>
                <a:endParaRPr sz="6300" kern="0">
                  <a:solidFill>
                    <a:srgbClr val="0C1116"/>
                  </a:solidFill>
                  <a:latin typeface="Arial"/>
                  <a:cs typeface="Arial"/>
                  <a:sym typeface="Arial"/>
                </a:endParaRPr>
              </a:p>
            </p:txBody>
          </p:sp>
          <p:sp>
            <p:nvSpPr>
              <p:cNvPr id="19" name="Google Shape;410;p27">
                <a:extLst>
                  <a:ext uri="{FF2B5EF4-FFF2-40B4-BE49-F238E27FC236}">
                    <a16:creationId xmlns:a16="http://schemas.microsoft.com/office/drawing/2014/main" id="{EBA9B2A2-E74E-C55B-B316-7A02DCBB5680}"/>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137138" tIns="137138" rIns="137138" bIns="137138" anchor="ctr" anchorCtr="0">
                <a:noAutofit/>
              </a:bodyPr>
              <a:lstStyle/>
              <a:p>
                <a:pPr defTabSz="457110">
                  <a:buClr>
                    <a:srgbClr val="000000"/>
                  </a:buClr>
                  <a:defRPr/>
                </a:pPr>
                <a:endParaRPr sz="6300" kern="0">
                  <a:solidFill>
                    <a:srgbClr val="0C1116"/>
                  </a:solidFill>
                  <a:latin typeface="Arial"/>
                  <a:cs typeface="Arial"/>
                  <a:sym typeface="Arial"/>
                </a:endParaRPr>
              </a:p>
            </p:txBody>
          </p:sp>
        </p:grpSp>
      </p:grpSp>
      <p:pic>
        <p:nvPicPr>
          <p:cNvPr id="25" name="Picture 24" descr="A screenshot of a phone&#10;&#10;AI-generated content may be incorrect.">
            <a:extLst>
              <a:ext uri="{FF2B5EF4-FFF2-40B4-BE49-F238E27FC236}">
                <a16:creationId xmlns:a16="http://schemas.microsoft.com/office/drawing/2014/main" id="{5AA71F5B-F152-9991-A217-A715D38CE123}"/>
              </a:ext>
            </a:extLst>
          </p:cNvPr>
          <p:cNvPicPr>
            <a:picLocks noChangeAspect="1"/>
          </p:cNvPicPr>
          <p:nvPr/>
        </p:nvPicPr>
        <p:blipFill>
          <a:blip r:embed="rId3"/>
          <a:stretch>
            <a:fillRect/>
          </a:stretch>
        </p:blipFill>
        <p:spPr>
          <a:xfrm>
            <a:off x="3647668" y="5077658"/>
            <a:ext cx="2740766" cy="2331696"/>
          </a:xfrm>
          <a:prstGeom prst="rect">
            <a:avLst/>
          </a:prstGeom>
        </p:spPr>
      </p:pic>
      <p:sp>
        <p:nvSpPr>
          <p:cNvPr id="11" name="Google Shape;727;p90">
            <a:extLst>
              <a:ext uri="{FF2B5EF4-FFF2-40B4-BE49-F238E27FC236}">
                <a16:creationId xmlns:a16="http://schemas.microsoft.com/office/drawing/2014/main" id="{E4FF6929-EE5D-C7DD-7BCF-8FCBD06FA7F4}"/>
              </a:ext>
            </a:extLst>
          </p:cNvPr>
          <p:cNvSpPr txBox="1">
            <a:spLocks/>
          </p:cNvSpPr>
          <p:nvPr/>
        </p:nvSpPr>
        <p:spPr>
          <a:xfrm>
            <a:off x="9732780" y="6773771"/>
            <a:ext cx="4859550" cy="685800"/>
          </a:xfrm>
          <a:prstGeom prst="rect">
            <a:avLst/>
          </a:prstGeom>
        </p:spPr>
        <p:txBody>
          <a:bodyPr spcFirstLastPara="1" wrap="square" lIns="137138" tIns="68550" rIns="137138" bIns="6855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8625" indent="-428625">
              <a:buFont typeface="Arial" panose="020B0604020202020204" pitchFamily="34" charset="0"/>
              <a:buChar char="•"/>
            </a:pPr>
            <a:r>
              <a:rPr lang="en-US" sz="2700"/>
              <a:t>Multi-file </a:t>
            </a:r>
            <a:br>
              <a:rPr lang="en-US" sz="2700"/>
            </a:br>
            <a:r>
              <a:rPr lang="en-US" sz="2700"/>
              <a:t>context awareness</a:t>
            </a:r>
          </a:p>
        </p:txBody>
      </p:sp>
      <p:sp>
        <p:nvSpPr>
          <p:cNvPr id="12" name="Google Shape;730;p90">
            <a:extLst>
              <a:ext uri="{FF2B5EF4-FFF2-40B4-BE49-F238E27FC236}">
                <a16:creationId xmlns:a16="http://schemas.microsoft.com/office/drawing/2014/main" id="{ED6FBBE2-E474-4A23-B7F0-31CC0212FA3F}"/>
              </a:ext>
            </a:extLst>
          </p:cNvPr>
          <p:cNvSpPr txBox="1">
            <a:spLocks/>
          </p:cNvSpPr>
          <p:nvPr/>
        </p:nvSpPr>
        <p:spPr>
          <a:xfrm>
            <a:off x="9733970" y="5464287"/>
            <a:ext cx="5644935" cy="685800"/>
          </a:xfrm>
          <a:prstGeom prst="rect">
            <a:avLst/>
          </a:prstGeom>
        </p:spPr>
        <p:txBody>
          <a:bodyPr spcFirstLastPara="1" wrap="square" lIns="137138" tIns="68550" rIns="137138" bIns="6855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8625" indent="-428625">
              <a:buFont typeface="Arial" panose="020B0604020202020204" pitchFamily="34" charset="0"/>
              <a:buChar char="•"/>
            </a:pPr>
            <a:r>
              <a:rPr lang="en-US" sz="2700"/>
              <a:t>Code Generation </a:t>
            </a:r>
            <a:br>
              <a:rPr lang="en-US" sz="2700"/>
            </a:br>
            <a:r>
              <a:rPr lang="en-US" sz="2700"/>
              <a:t>&amp; Modification</a:t>
            </a:r>
          </a:p>
        </p:txBody>
      </p:sp>
      <p:sp>
        <p:nvSpPr>
          <p:cNvPr id="13" name="Google Shape;738;p91">
            <a:extLst>
              <a:ext uri="{FF2B5EF4-FFF2-40B4-BE49-F238E27FC236}">
                <a16:creationId xmlns:a16="http://schemas.microsoft.com/office/drawing/2014/main" id="{F9EE854D-1A9F-9920-EC3E-FE2D3991EA14}"/>
              </a:ext>
            </a:extLst>
          </p:cNvPr>
          <p:cNvSpPr txBox="1">
            <a:spLocks/>
          </p:cNvSpPr>
          <p:nvPr/>
        </p:nvSpPr>
        <p:spPr>
          <a:xfrm>
            <a:off x="9732780" y="4385171"/>
            <a:ext cx="4859550" cy="685800"/>
          </a:xfrm>
          <a:prstGeom prst="rect">
            <a:avLst/>
          </a:prstGeom>
          <a:noFill/>
          <a:ln>
            <a:noFill/>
          </a:ln>
        </p:spPr>
        <p:txBody>
          <a:bodyPr spcFirstLastPara="1" wrap="square" lIns="137138" tIns="68550" rIns="137138" bIns="6855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428625" indent="-428625">
              <a:buFont typeface="Arial" panose="020B0604020202020204" pitchFamily="34" charset="0"/>
              <a:buChar char="•"/>
            </a:pPr>
            <a:r>
              <a:rPr lang="en-US" sz="2700" kern="0"/>
              <a:t>Interactive</a:t>
            </a:r>
            <a:br>
              <a:rPr lang="en-US" sz="2700" kern="0"/>
            </a:br>
            <a:r>
              <a:rPr lang="en-US" sz="2700" kern="0"/>
              <a:t>Assistance</a:t>
            </a:r>
          </a:p>
        </p:txBody>
      </p:sp>
      <p:sp>
        <p:nvSpPr>
          <p:cNvPr id="14" name="Google Shape;740;p91">
            <a:extLst>
              <a:ext uri="{FF2B5EF4-FFF2-40B4-BE49-F238E27FC236}">
                <a16:creationId xmlns:a16="http://schemas.microsoft.com/office/drawing/2014/main" id="{8C9B32F2-CE0F-96D5-D9E6-9C0FD09308AD}"/>
              </a:ext>
            </a:extLst>
          </p:cNvPr>
          <p:cNvSpPr txBox="1">
            <a:spLocks/>
          </p:cNvSpPr>
          <p:nvPr/>
        </p:nvSpPr>
        <p:spPr>
          <a:xfrm>
            <a:off x="13804007" y="5467491"/>
            <a:ext cx="3920798" cy="685800"/>
          </a:xfrm>
          <a:prstGeom prst="rect">
            <a:avLst/>
          </a:prstGeom>
          <a:noFill/>
          <a:ln>
            <a:noFill/>
          </a:ln>
        </p:spPr>
        <p:txBody>
          <a:bodyPr spcFirstLastPara="1" wrap="square" lIns="137138" tIns="68550" rIns="137138" bIns="6855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428625" indent="-428625">
              <a:buFont typeface="Arial" panose="020B0604020202020204" pitchFamily="34" charset="0"/>
              <a:buChar char="•"/>
            </a:pPr>
            <a:r>
              <a:rPr lang="en-US" sz="2700" kern="0"/>
              <a:t>Tool Execution </a:t>
            </a:r>
            <a:br>
              <a:rPr lang="en-US" sz="2700" kern="0"/>
            </a:br>
            <a:r>
              <a:rPr lang="en-US" sz="2700" kern="0"/>
              <a:t>&amp; Shell Commands</a:t>
            </a:r>
          </a:p>
        </p:txBody>
      </p:sp>
      <p:sp>
        <p:nvSpPr>
          <p:cNvPr id="15" name="Google Shape;743;p91">
            <a:extLst>
              <a:ext uri="{FF2B5EF4-FFF2-40B4-BE49-F238E27FC236}">
                <a16:creationId xmlns:a16="http://schemas.microsoft.com/office/drawing/2014/main" id="{E2D50F61-E0BB-3E61-9EB4-02AB94250F54}"/>
              </a:ext>
            </a:extLst>
          </p:cNvPr>
          <p:cNvSpPr txBox="1">
            <a:spLocks/>
          </p:cNvSpPr>
          <p:nvPr/>
        </p:nvSpPr>
        <p:spPr>
          <a:xfrm>
            <a:off x="13904812" y="8089308"/>
            <a:ext cx="3920798" cy="685800"/>
          </a:xfrm>
          <a:prstGeom prst="rect">
            <a:avLst/>
          </a:prstGeom>
          <a:noFill/>
          <a:ln>
            <a:noFill/>
          </a:ln>
        </p:spPr>
        <p:txBody>
          <a:bodyPr spcFirstLastPara="1" wrap="square" lIns="137138" tIns="68550" rIns="137138" bIns="6855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428625" indent="-428625">
              <a:buFont typeface="Arial" panose="020B0604020202020204" pitchFamily="34" charset="0"/>
              <a:buChar char="•"/>
            </a:pPr>
            <a:r>
              <a:rPr lang="en-US" sz="2700" kern="0"/>
              <a:t>MCP server</a:t>
            </a:r>
            <a:br>
              <a:rPr lang="en-US" sz="2700" kern="0"/>
            </a:br>
            <a:r>
              <a:rPr lang="en-US" sz="2700" kern="0"/>
              <a:t>integration</a:t>
            </a:r>
          </a:p>
        </p:txBody>
      </p:sp>
      <p:sp>
        <p:nvSpPr>
          <p:cNvPr id="21" name="Google Shape;743;p91">
            <a:extLst>
              <a:ext uri="{FF2B5EF4-FFF2-40B4-BE49-F238E27FC236}">
                <a16:creationId xmlns:a16="http://schemas.microsoft.com/office/drawing/2014/main" id="{5925A473-F15D-7A3B-4050-C938EF772A0E}"/>
              </a:ext>
            </a:extLst>
          </p:cNvPr>
          <p:cNvSpPr txBox="1">
            <a:spLocks/>
          </p:cNvSpPr>
          <p:nvPr/>
        </p:nvSpPr>
        <p:spPr>
          <a:xfrm>
            <a:off x="13804007" y="6773771"/>
            <a:ext cx="3920798" cy="685800"/>
          </a:xfrm>
          <a:prstGeom prst="rect">
            <a:avLst/>
          </a:prstGeom>
          <a:noFill/>
          <a:ln>
            <a:noFill/>
          </a:ln>
        </p:spPr>
        <p:txBody>
          <a:bodyPr spcFirstLastPara="1" wrap="square" lIns="137138" tIns="68550" rIns="137138" bIns="6855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428625" indent="-428625">
              <a:buFont typeface="Arial" panose="020B0604020202020204" pitchFamily="34" charset="0"/>
              <a:buChar char="•"/>
            </a:pPr>
            <a:r>
              <a:rPr lang="en-US" sz="2700" kern="0"/>
              <a:t>Lifecycle</a:t>
            </a:r>
            <a:br>
              <a:rPr lang="en-US" sz="2700" kern="0"/>
            </a:br>
            <a:r>
              <a:rPr lang="en-US" sz="2700" kern="0"/>
              <a:t>event hooks</a:t>
            </a:r>
          </a:p>
        </p:txBody>
      </p:sp>
      <p:sp>
        <p:nvSpPr>
          <p:cNvPr id="30" name="Picture Placeholder 29">
            <a:extLst>
              <a:ext uri="{FF2B5EF4-FFF2-40B4-BE49-F238E27FC236}">
                <a16:creationId xmlns:a16="http://schemas.microsoft.com/office/drawing/2014/main" id="{3DF63CCB-DBA7-63B3-E069-A2D1D94260A5}"/>
              </a:ext>
            </a:extLst>
          </p:cNvPr>
          <p:cNvSpPr>
            <a:spLocks noGrp="1"/>
          </p:cNvSpPr>
          <p:nvPr>
            <p:ph type="pic" sz="quarter" idx="33"/>
          </p:nvPr>
        </p:nvSpPr>
        <p:spPr/>
        <p:txBody>
          <a:bodyPr/>
          <a:lstStyle/>
          <a:p>
            <a:endParaRPr lang="en-US"/>
          </a:p>
        </p:txBody>
      </p:sp>
      <p:pic>
        <p:nvPicPr>
          <p:cNvPr id="31" name="Picture 30">
            <a:extLst>
              <a:ext uri="{FF2B5EF4-FFF2-40B4-BE49-F238E27FC236}">
                <a16:creationId xmlns:a16="http://schemas.microsoft.com/office/drawing/2014/main" id="{59F68DDF-70CC-32D4-6323-EB4A6E46F333}"/>
              </a:ext>
            </a:extLst>
          </p:cNvPr>
          <p:cNvPicPr>
            <a:picLocks noChangeAspect="1"/>
          </p:cNvPicPr>
          <p:nvPr/>
        </p:nvPicPr>
        <p:blipFill>
          <a:blip r:embed="rId4"/>
          <a:srcRect t="243" b="-1"/>
          <a:stretch>
            <a:fillRect/>
          </a:stretch>
        </p:blipFill>
        <p:spPr>
          <a:xfrm>
            <a:off x="231258" y="2651940"/>
            <a:ext cx="8681484" cy="5624694"/>
          </a:xfrm>
          <a:prstGeom prst="roundRect">
            <a:avLst>
              <a:gd name="adj" fmla="val 2951"/>
            </a:avLst>
          </a:prstGeom>
        </p:spPr>
      </p:pic>
      <p:sp>
        <p:nvSpPr>
          <p:cNvPr id="5" name="Google Shape;727;p90">
            <a:extLst>
              <a:ext uri="{FF2B5EF4-FFF2-40B4-BE49-F238E27FC236}">
                <a16:creationId xmlns:a16="http://schemas.microsoft.com/office/drawing/2014/main" id="{126DD24E-3347-B31F-3C12-67BA84081128}"/>
              </a:ext>
            </a:extLst>
          </p:cNvPr>
          <p:cNvSpPr txBox="1">
            <a:spLocks/>
          </p:cNvSpPr>
          <p:nvPr/>
        </p:nvSpPr>
        <p:spPr>
          <a:xfrm>
            <a:off x="9789474" y="8083254"/>
            <a:ext cx="4859550" cy="685800"/>
          </a:xfrm>
          <a:prstGeom prst="rect">
            <a:avLst/>
          </a:prstGeom>
        </p:spPr>
        <p:txBody>
          <a:bodyPr spcFirstLastPara="1" wrap="square" lIns="137138" tIns="68550" rIns="137138" bIns="6855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8625" indent="-428625">
              <a:buFont typeface="Arial" panose="020B0604020202020204" pitchFamily="34" charset="0"/>
              <a:buChar char="•"/>
            </a:pPr>
            <a:r>
              <a:rPr lang="en-US" sz="2700"/>
              <a:t>Modes for </a:t>
            </a:r>
            <a:br>
              <a:rPr lang="en-US" sz="2700"/>
            </a:br>
            <a:r>
              <a:rPr lang="en-US" sz="2700"/>
              <a:t>multiple situations</a:t>
            </a:r>
          </a:p>
        </p:txBody>
      </p:sp>
      <p:sp>
        <p:nvSpPr>
          <p:cNvPr id="7" name="Google Shape;743;p91">
            <a:extLst>
              <a:ext uri="{FF2B5EF4-FFF2-40B4-BE49-F238E27FC236}">
                <a16:creationId xmlns:a16="http://schemas.microsoft.com/office/drawing/2014/main" id="{20AE4962-8642-92DC-D8FD-806889BA9F8B}"/>
              </a:ext>
            </a:extLst>
          </p:cNvPr>
          <p:cNvSpPr txBox="1">
            <a:spLocks/>
          </p:cNvSpPr>
          <p:nvPr/>
        </p:nvSpPr>
        <p:spPr>
          <a:xfrm>
            <a:off x="13860701" y="4368504"/>
            <a:ext cx="3920798" cy="685800"/>
          </a:xfrm>
          <a:prstGeom prst="rect">
            <a:avLst/>
          </a:prstGeom>
          <a:noFill/>
          <a:ln>
            <a:noFill/>
          </a:ln>
        </p:spPr>
        <p:txBody>
          <a:bodyPr spcFirstLastPara="1" wrap="square" lIns="137138" tIns="68550" rIns="137138" bIns="6855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428625" indent="-428625">
              <a:buFont typeface="Arial" panose="020B0604020202020204" pitchFamily="34" charset="0"/>
              <a:buChar char="•"/>
            </a:pPr>
            <a:r>
              <a:rPr lang="en-US" sz="2700" kern="0"/>
              <a:t>Headless</a:t>
            </a:r>
            <a:br>
              <a:rPr lang="en-US" sz="2700" kern="0"/>
            </a:br>
            <a:r>
              <a:rPr lang="en-US" sz="2700" kern="0"/>
              <a:t>Automation</a:t>
            </a:r>
          </a:p>
        </p:txBody>
      </p:sp>
    </p:spTree>
    <p:extLst>
      <p:ext uri="{BB962C8B-B14F-4D97-AF65-F5344CB8AC3E}">
        <p14:creationId xmlns:p14="http://schemas.microsoft.com/office/powerpoint/2010/main" val="3621248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BA3E61-E184-A5E9-EFB4-0D649694F96E}"/>
              </a:ext>
            </a:extLst>
          </p:cNvPr>
          <p:cNvSpPr>
            <a:spLocks noGrp="1"/>
          </p:cNvSpPr>
          <p:nvPr>
            <p:ph type="body" sz="quarter" idx="22"/>
          </p:nvPr>
        </p:nvSpPr>
        <p:spPr>
          <a:xfrm>
            <a:off x="3775202" y="5423307"/>
            <a:ext cx="5438882" cy="685800"/>
          </a:xfrm>
        </p:spPr>
        <p:txBody>
          <a:bodyPr/>
          <a:lstStyle/>
          <a:p>
            <a:r>
              <a:rPr lang="en-US" sz="3000"/>
              <a:t>Windows (</a:t>
            </a:r>
            <a:r>
              <a:rPr lang="en-US" sz="3000" err="1"/>
              <a:t>WinGet</a:t>
            </a:r>
            <a:r>
              <a:rPr lang="en-US" sz="3000"/>
              <a:t>)</a:t>
            </a:r>
          </a:p>
        </p:txBody>
      </p:sp>
      <p:sp>
        <p:nvSpPr>
          <p:cNvPr id="3" name="Text Placeholder 2">
            <a:extLst>
              <a:ext uri="{FF2B5EF4-FFF2-40B4-BE49-F238E27FC236}">
                <a16:creationId xmlns:a16="http://schemas.microsoft.com/office/drawing/2014/main" id="{784285D1-117E-E712-592A-6A640C5D124B}"/>
              </a:ext>
            </a:extLst>
          </p:cNvPr>
          <p:cNvSpPr>
            <a:spLocks noGrp="1"/>
          </p:cNvSpPr>
          <p:nvPr>
            <p:ph type="body" sz="quarter" idx="23"/>
          </p:nvPr>
        </p:nvSpPr>
        <p:spPr>
          <a:xfrm>
            <a:off x="3775202" y="6135731"/>
            <a:ext cx="6091167" cy="1371600"/>
          </a:xfrm>
        </p:spPr>
        <p:txBody>
          <a:bodyPr/>
          <a:lstStyle/>
          <a:p>
            <a:r>
              <a:rPr lang="en-US" sz="2700" dirty="0" err="1">
                <a:latin typeface="Consolas" panose="02000009000000000000" pitchFamily="49" charset="0"/>
                <a:ea typeface="Consolas" panose="02000009000000000000" pitchFamily="49" charset="0"/>
                <a:cs typeface="Consolas" panose="02000009000000000000" pitchFamily="49" charset="0"/>
              </a:rPr>
              <a:t>winget</a:t>
            </a:r>
            <a:r>
              <a:rPr lang="en-US" sz="2700" dirty="0">
                <a:latin typeface="Consolas" panose="02000009000000000000" pitchFamily="49" charset="0"/>
                <a:ea typeface="Consolas" panose="02000009000000000000" pitchFamily="49" charset="0"/>
                <a:cs typeface="Consolas" panose="02000009000000000000" pitchFamily="49" charset="0"/>
              </a:rPr>
              <a:t> install </a:t>
            </a:r>
            <a:r>
              <a:rPr lang="en-US" sz="2700" dirty="0" err="1">
                <a:latin typeface="Consolas" panose="02000009000000000000" pitchFamily="49" charset="0"/>
                <a:ea typeface="Consolas" panose="02000009000000000000" pitchFamily="49" charset="0"/>
                <a:cs typeface="Consolas" panose="02000009000000000000" pitchFamily="49" charset="0"/>
              </a:rPr>
              <a:t>GitHub.Copilot</a:t>
            </a:r>
            <a:endParaRPr lang="en-US" sz="2700" dirty="0">
              <a:latin typeface="Consolas" panose="02000009000000000000" pitchFamily="49" charset="0"/>
              <a:ea typeface="Consolas" panose="02000009000000000000" pitchFamily="49" charset="0"/>
              <a:cs typeface="Consolas" panose="02000009000000000000" pitchFamily="49" charset="0"/>
            </a:endParaRPr>
          </a:p>
        </p:txBody>
      </p:sp>
      <p:sp>
        <p:nvSpPr>
          <p:cNvPr id="5" name="Text Placeholder 4">
            <a:extLst>
              <a:ext uri="{FF2B5EF4-FFF2-40B4-BE49-F238E27FC236}">
                <a16:creationId xmlns:a16="http://schemas.microsoft.com/office/drawing/2014/main" id="{32B1D7C9-5293-5897-11AC-F8A6CF595B4D}"/>
              </a:ext>
            </a:extLst>
          </p:cNvPr>
          <p:cNvSpPr>
            <a:spLocks noGrp="1"/>
          </p:cNvSpPr>
          <p:nvPr>
            <p:ph type="body" sz="quarter" idx="26"/>
          </p:nvPr>
        </p:nvSpPr>
        <p:spPr>
          <a:xfrm>
            <a:off x="3775202" y="3394952"/>
            <a:ext cx="5438882" cy="685800"/>
          </a:xfrm>
        </p:spPr>
        <p:txBody>
          <a:bodyPr/>
          <a:lstStyle/>
          <a:p>
            <a:r>
              <a:rPr lang="en-US" sz="3000" dirty="0"/>
              <a:t>macOS / Linux (Homebrew)</a:t>
            </a:r>
          </a:p>
        </p:txBody>
      </p:sp>
      <p:sp>
        <p:nvSpPr>
          <p:cNvPr id="6" name="Text Placeholder 5">
            <a:extLst>
              <a:ext uri="{FF2B5EF4-FFF2-40B4-BE49-F238E27FC236}">
                <a16:creationId xmlns:a16="http://schemas.microsoft.com/office/drawing/2014/main" id="{58A00313-153D-7FD7-2718-3010D5260824}"/>
              </a:ext>
            </a:extLst>
          </p:cNvPr>
          <p:cNvSpPr>
            <a:spLocks noGrp="1"/>
          </p:cNvSpPr>
          <p:nvPr>
            <p:ph type="body" sz="quarter" idx="27"/>
          </p:nvPr>
        </p:nvSpPr>
        <p:spPr>
          <a:xfrm>
            <a:off x="3775201" y="4107375"/>
            <a:ext cx="5438879" cy="1371600"/>
          </a:xfrm>
        </p:spPr>
        <p:txBody>
          <a:bodyPr/>
          <a:lstStyle/>
          <a:p>
            <a:r>
              <a:rPr lang="en-US" sz="2700">
                <a:latin typeface="Consolas" panose="02000009000000000000" pitchFamily="49" charset="0"/>
                <a:ea typeface="Consolas" panose="02000009000000000000" pitchFamily="49" charset="0"/>
                <a:cs typeface="Consolas" panose="02000009000000000000" pitchFamily="49" charset="0"/>
              </a:rPr>
              <a:t>brew install copilot-cli</a:t>
            </a:r>
          </a:p>
        </p:txBody>
      </p:sp>
      <p:sp>
        <p:nvSpPr>
          <p:cNvPr id="8" name="Text Placeholder 7">
            <a:extLst>
              <a:ext uri="{FF2B5EF4-FFF2-40B4-BE49-F238E27FC236}">
                <a16:creationId xmlns:a16="http://schemas.microsoft.com/office/drawing/2014/main" id="{51E4E921-DA6F-C643-9A18-956BD3F2A392}"/>
              </a:ext>
            </a:extLst>
          </p:cNvPr>
          <p:cNvSpPr>
            <a:spLocks noGrp="1"/>
          </p:cNvSpPr>
          <p:nvPr>
            <p:ph type="body" sz="quarter" idx="29"/>
          </p:nvPr>
        </p:nvSpPr>
        <p:spPr>
          <a:xfrm>
            <a:off x="3775201" y="7478286"/>
            <a:ext cx="5438882" cy="685800"/>
          </a:xfrm>
        </p:spPr>
        <p:txBody>
          <a:bodyPr/>
          <a:lstStyle/>
          <a:p>
            <a:r>
              <a:rPr lang="en-US" sz="3000"/>
              <a:t>Any OS (</a:t>
            </a:r>
            <a:r>
              <a:rPr lang="en-US" sz="3000" err="1"/>
              <a:t>npm</a:t>
            </a:r>
            <a:r>
              <a:rPr lang="en-US" sz="3000"/>
              <a:t>, Node.js ≥ 22)</a:t>
            </a:r>
          </a:p>
        </p:txBody>
      </p:sp>
      <p:sp>
        <p:nvSpPr>
          <p:cNvPr id="9" name="Text Placeholder 8">
            <a:extLst>
              <a:ext uri="{FF2B5EF4-FFF2-40B4-BE49-F238E27FC236}">
                <a16:creationId xmlns:a16="http://schemas.microsoft.com/office/drawing/2014/main" id="{9DA302A3-7F61-68F6-B0EE-EA76EFDEDA62}"/>
              </a:ext>
            </a:extLst>
          </p:cNvPr>
          <p:cNvSpPr>
            <a:spLocks noGrp="1"/>
          </p:cNvSpPr>
          <p:nvPr>
            <p:ph type="body" sz="quarter" idx="30"/>
          </p:nvPr>
        </p:nvSpPr>
        <p:spPr>
          <a:xfrm>
            <a:off x="3775201" y="8190710"/>
            <a:ext cx="6196649" cy="1371600"/>
          </a:xfrm>
        </p:spPr>
        <p:txBody>
          <a:bodyPr/>
          <a:lstStyle/>
          <a:p>
            <a:r>
              <a:rPr lang="en-US" sz="2700" dirty="0" err="1">
                <a:latin typeface="Consolas" panose="02000009000000000000" pitchFamily="49" charset="0"/>
                <a:ea typeface="Consolas" panose="02000009000000000000" pitchFamily="49" charset="0"/>
                <a:cs typeface="Consolas" panose="02000009000000000000" pitchFamily="49" charset="0"/>
              </a:rPr>
              <a:t>npm</a:t>
            </a:r>
            <a:r>
              <a:rPr lang="en-US" sz="2700" dirty="0">
                <a:latin typeface="Consolas" panose="02000009000000000000" pitchFamily="49" charset="0"/>
                <a:ea typeface="Consolas" panose="02000009000000000000" pitchFamily="49" charset="0"/>
                <a:cs typeface="Consolas" panose="02000009000000000000" pitchFamily="49" charset="0"/>
              </a:rPr>
              <a:t> install –g @github/copilot</a:t>
            </a:r>
          </a:p>
        </p:txBody>
      </p:sp>
      <p:sp>
        <p:nvSpPr>
          <p:cNvPr id="11" name="Title 10">
            <a:extLst>
              <a:ext uri="{FF2B5EF4-FFF2-40B4-BE49-F238E27FC236}">
                <a16:creationId xmlns:a16="http://schemas.microsoft.com/office/drawing/2014/main" id="{E3E52814-4D98-4863-AE46-1DC351F89F80}"/>
              </a:ext>
            </a:extLst>
          </p:cNvPr>
          <p:cNvSpPr>
            <a:spLocks noGrp="1"/>
          </p:cNvSpPr>
          <p:nvPr>
            <p:ph type="ctrTitle"/>
          </p:nvPr>
        </p:nvSpPr>
        <p:spPr>
          <a:xfrm>
            <a:off x="1011763" y="1767199"/>
            <a:ext cx="16326188" cy="1527092"/>
          </a:xfrm>
        </p:spPr>
        <p:txBody>
          <a:bodyPr/>
          <a:lstStyle/>
          <a:p>
            <a:r>
              <a:rPr lang="en-US"/>
              <a:t>Installation</a:t>
            </a:r>
          </a:p>
        </p:txBody>
      </p:sp>
      <p:sp>
        <p:nvSpPr>
          <p:cNvPr id="12" name="Text Placeholder 11">
            <a:extLst>
              <a:ext uri="{FF2B5EF4-FFF2-40B4-BE49-F238E27FC236}">
                <a16:creationId xmlns:a16="http://schemas.microsoft.com/office/drawing/2014/main" id="{30EE887A-0BB6-4761-0F85-DA21E7B19184}"/>
              </a:ext>
            </a:extLst>
          </p:cNvPr>
          <p:cNvSpPr>
            <a:spLocks noGrp="1"/>
          </p:cNvSpPr>
          <p:nvPr>
            <p:ph type="body" sz="quarter" idx="32"/>
          </p:nvPr>
        </p:nvSpPr>
        <p:spPr/>
        <p:txBody>
          <a:bodyPr/>
          <a:lstStyle/>
          <a:p>
            <a:r>
              <a:rPr lang="en-US"/>
              <a:t>GitHub Copilot CLI</a:t>
            </a:r>
          </a:p>
        </p:txBody>
      </p:sp>
      <p:pic>
        <p:nvPicPr>
          <p:cNvPr id="17" name="Picture 16">
            <a:extLst>
              <a:ext uri="{FF2B5EF4-FFF2-40B4-BE49-F238E27FC236}">
                <a16:creationId xmlns:a16="http://schemas.microsoft.com/office/drawing/2014/main" id="{C8F37B3C-F200-6DA5-DAEE-74815BCE745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40469" r="81032" b="39813"/>
          <a:stretch>
            <a:fillRect/>
          </a:stretch>
        </p:blipFill>
        <p:spPr>
          <a:xfrm>
            <a:off x="1360364" y="5343573"/>
            <a:ext cx="1923325" cy="1999311"/>
          </a:xfrm>
          <a:prstGeom prst="rect">
            <a:avLst/>
          </a:prstGeom>
        </p:spPr>
      </p:pic>
      <p:sp>
        <p:nvSpPr>
          <p:cNvPr id="18" name="TextBox 17">
            <a:extLst>
              <a:ext uri="{FF2B5EF4-FFF2-40B4-BE49-F238E27FC236}">
                <a16:creationId xmlns:a16="http://schemas.microsoft.com/office/drawing/2014/main" id="{BE3ABCAE-5E54-5C08-ECF2-8E8A92FD6C9D}"/>
              </a:ext>
            </a:extLst>
          </p:cNvPr>
          <p:cNvSpPr txBox="1"/>
          <p:nvPr/>
        </p:nvSpPr>
        <p:spPr>
          <a:xfrm>
            <a:off x="4000500" y="10287000"/>
            <a:ext cx="10287000" cy="300082"/>
          </a:xfrm>
          <a:prstGeom prst="rect">
            <a:avLst/>
          </a:prstGeom>
          <a:noFill/>
        </p:spPr>
        <p:txBody>
          <a:bodyPr wrap="square" rtlCol="0">
            <a:spAutoFit/>
          </a:bodyPr>
          <a:lstStyle/>
          <a:p>
            <a:r>
              <a:rPr lang="en-US" sz="1350">
                <a:hlinkClick r:id="rId4" tooltip="https://lecrabeinfo.net/telecharger/windows-11-iot-enterprise-ltsc-2024/"/>
              </a:rPr>
              <a:t>This Photo</a:t>
            </a:r>
            <a:r>
              <a:rPr lang="en-US" sz="1350"/>
              <a:t> by Unknown Author is licensed under </a:t>
            </a:r>
            <a:r>
              <a:rPr lang="en-US" sz="1350">
                <a:hlinkClick r:id="rId5" tooltip="https://creativecommons.org/licenses/by-nc-sa/3.0/"/>
              </a:rPr>
              <a:t>CC BY-SA-NC</a:t>
            </a:r>
            <a:endParaRPr lang="en-US" sz="1350"/>
          </a:p>
        </p:txBody>
      </p:sp>
      <p:pic>
        <p:nvPicPr>
          <p:cNvPr id="22" name="Graphic 21">
            <a:extLst>
              <a:ext uri="{FF2B5EF4-FFF2-40B4-BE49-F238E27FC236}">
                <a16:creationId xmlns:a16="http://schemas.microsoft.com/office/drawing/2014/main" id="{6C564BDE-647D-DC67-8A62-D01964A08FE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7606" y="7612636"/>
            <a:ext cx="2748394" cy="1681057"/>
          </a:xfrm>
          <a:prstGeom prst="rect">
            <a:avLst/>
          </a:prstGeom>
        </p:spPr>
      </p:pic>
      <p:sp>
        <p:nvSpPr>
          <p:cNvPr id="24" name="Arrow: Down 23">
            <a:extLst>
              <a:ext uri="{FF2B5EF4-FFF2-40B4-BE49-F238E27FC236}">
                <a16:creationId xmlns:a16="http://schemas.microsoft.com/office/drawing/2014/main" id="{04AB9433-7EE2-F4CB-199F-47BDDED93942}"/>
              </a:ext>
            </a:extLst>
          </p:cNvPr>
          <p:cNvSpPr/>
          <p:nvPr/>
        </p:nvSpPr>
        <p:spPr>
          <a:xfrm>
            <a:off x="12451892" y="4386920"/>
            <a:ext cx="2094140" cy="19133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6" name="Graphic 25" descr="Computer outline">
            <a:extLst>
              <a:ext uri="{FF2B5EF4-FFF2-40B4-BE49-F238E27FC236}">
                <a16:creationId xmlns:a16="http://schemas.microsoft.com/office/drawing/2014/main" id="{0D654565-CC81-C0B0-C3D7-8C74772F5B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04137" y="5821875"/>
            <a:ext cx="4465125" cy="4465125"/>
          </a:xfrm>
          <a:prstGeom prst="rect">
            <a:avLst/>
          </a:prstGeom>
        </p:spPr>
      </p:pic>
      <p:pic>
        <p:nvPicPr>
          <p:cNvPr id="7" name="Picture 6">
            <a:extLst>
              <a:ext uri="{FF2B5EF4-FFF2-40B4-BE49-F238E27FC236}">
                <a16:creationId xmlns:a16="http://schemas.microsoft.com/office/drawing/2014/main" id="{58654030-4A6A-7FFF-37C0-EF623DF163A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68617" y="2767721"/>
            <a:ext cx="2339501" cy="2339501"/>
          </a:xfrm>
          <a:prstGeom prst="rect">
            <a:avLst/>
          </a:prstGeom>
          <a:effectLst>
            <a:glow rad="139700">
              <a:schemeClr val="tx1">
                <a:alpha val="40000"/>
              </a:schemeClr>
            </a:glow>
          </a:effectLst>
        </p:spPr>
      </p:pic>
      <p:pic>
        <p:nvPicPr>
          <p:cNvPr id="23" name="hotkeys-copilot">
            <a:extLst>
              <a:ext uri="{FF2B5EF4-FFF2-40B4-BE49-F238E27FC236}">
                <a16:creationId xmlns:a16="http://schemas.microsoft.com/office/drawing/2014/main" id="{E05CA8D3-6F6A-51D5-B530-5C9D850E7600}"/>
              </a:ext>
            </a:extLst>
          </p:cNvPr>
          <p:cNvPicPr>
            <a:picLocks noChangeAspect="1"/>
          </p:cNvPicPr>
          <p:nvPr/>
        </p:nvPicPr>
        <p:blipFill>
          <a:blip r:embed="rId9"/>
          <a:stretch/>
        </p:blipFill>
        <p:spPr>
          <a:xfrm flipH="1">
            <a:off x="11228663" y="133952"/>
            <a:ext cx="4540599" cy="4540599"/>
          </a:xfrm>
          <a:prstGeom prst="rect">
            <a:avLst/>
          </a:prstGeom>
        </p:spPr>
      </p:pic>
    </p:spTree>
    <p:extLst>
      <p:ext uri="{BB962C8B-B14F-4D97-AF65-F5344CB8AC3E}">
        <p14:creationId xmlns:p14="http://schemas.microsoft.com/office/powerpoint/2010/main" val="3230409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up)">
                                      <p:cBhvr>
                                        <p:cTn id="13" dur="500"/>
                                        <p:tgtEl>
                                          <p:spTgt spid="24"/>
                                        </p:tgtEl>
                                      </p:cBhvr>
                                    </p:animEffect>
                                  </p:childTnLst>
                                </p:cTn>
                              </p:par>
                            </p:childTnLst>
                          </p:cTn>
                        </p:par>
                        <p:par>
                          <p:cTn id="14" fill="hold">
                            <p:stCondLst>
                              <p:cond delay="1500"/>
                            </p:stCondLst>
                            <p:childTnLst>
                              <p:par>
                                <p:cTn id="15" presetID="26" presetClass="emph" presetSubtype="0" fill="hold" grpId="1" nodeType="afterEffect">
                                  <p:stCondLst>
                                    <p:cond delay="0"/>
                                  </p:stCondLst>
                                  <p:childTnLst>
                                    <p:animEffect transition="out" filter="fade">
                                      <p:cBhvr>
                                        <p:cTn id="16" dur="500" tmFilter="0, 0; .2, .5; .8, .5; 1, 0"/>
                                        <p:tgtEl>
                                          <p:spTgt spid="24"/>
                                        </p:tgtEl>
                                      </p:cBhvr>
                                    </p:animEffect>
                                    <p:animScale>
                                      <p:cBhvr>
                                        <p:cTn id="17" dur="250" autoRev="1" fill="hold"/>
                                        <p:tgtEl>
                                          <p:spTgt spid="24"/>
                                        </p:tgtEl>
                                      </p:cBhvr>
                                      <p:by x="105000" y="105000"/>
                                    </p:animScale>
                                  </p:childTnLst>
                                </p:cTn>
                              </p:par>
                            </p:childTnLst>
                          </p:cTn>
                        </p:par>
                        <p:par>
                          <p:cTn id="18" fill="hold">
                            <p:stCondLst>
                              <p:cond delay="2000"/>
                            </p:stCondLst>
                            <p:childTnLst>
                              <p:par>
                                <p:cTn id="19" presetID="42" presetClass="exit" presetSubtype="0" fill="hold" nodeType="afterEffect">
                                  <p:stCondLst>
                                    <p:cond delay="0"/>
                                  </p:stCondLst>
                                  <p:childTnLst>
                                    <p:animEffect transition="out" filter="fade">
                                      <p:cBhvr>
                                        <p:cTn id="20" dur="1000"/>
                                        <p:tgtEl>
                                          <p:spTgt spid="23"/>
                                        </p:tgtEl>
                                      </p:cBhvr>
                                    </p:animEffect>
                                    <p:anim calcmode="lin" valueType="num">
                                      <p:cBhvr>
                                        <p:cTn id="21" dur="1000"/>
                                        <p:tgtEl>
                                          <p:spTgt spid="23"/>
                                        </p:tgtEl>
                                        <p:attrNameLst>
                                          <p:attrName>ppt_x</p:attrName>
                                        </p:attrNameLst>
                                      </p:cBhvr>
                                      <p:tavLst>
                                        <p:tav tm="0">
                                          <p:val>
                                            <p:strVal val="ppt_x"/>
                                          </p:val>
                                        </p:tav>
                                        <p:tav tm="100000">
                                          <p:val>
                                            <p:strVal val="ppt_x"/>
                                          </p:val>
                                        </p:tav>
                                      </p:tavLst>
                                    </p:anim>
                                    <p:anim calcmode="lin" valueType="num">
                                      <p:cBhvr>
                                        <p:cTn id="22" dur="1000"/>
                                        <p:tgtEl>
                                          <p:spTgt spid="23"/>
                                        </p:tgtEl>
                                        <p:attrNameLst>
                                          <p:attrName>ppt_y</p:attrName>
                                        </p:attrNameLst>
                                      </p:cBhvr>
                                      <p:tavLst>
                                        <p:tav tm="0">
                                          <p:val>
                                            <p:strVal val="ppt_y"/>
                                          </p:val>
                                        </p:tav>
                                        <p:tav tm="100000">
                                          <p:val>
                                            <p:strVal val="ppt_y+.1"/>
                                          </p:val>
                                        </p:tav>
                                      </p:tavLst>
                                    </p:anim>
                                    <p:set>
                                      <p:cBhvr>
                                        <p:cTn id="23" dur="1" fill="hold">
                                          <p:stCondLst>
                                            <p:cond delay="999"/>
                                          </p:stCondLst>
                                        </p:cTn>
                                        <p:tgtEl>
                                          <p:spTgt spid="23"/>
                                        </p:tgtEl>
                                        <p:attrNameLst>
                                          <p:attrName>style.visibility</p:attrName>
                                        </p:attrNameLst>
                                      </p:cBhvr>
                                      <p:to>
                                        <p:strVal val="hidden"/>
                                      </p:to>
                                    </p:set>
                                  </p:childTnLst>
                                </p:cTn>
                              </p:par>
                            </p:childTnLst>
                          </p:cTn>
                        </p:par>
                        <p:par>
                          <p:cTn id="24" fill="hold">
                            <p:stCondLst>
                              <p:cond delay="3000"/>
                            </p:stCondLst>
                            <p:childTnLst>
                              <p:par>
                                <p:cTn id="25" presetID="47" presetClass="entr" presetSubtype="0" fill="hold" nodeType="afterEffect">
                                  <p:stCondLst>
                                    <p:cond delay="100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278AD-3F85-0F83-9AC2-BDC70301C3C2}"/>
            </a:ext>
          </a:extLst>
        </p:cNvPr>
        <p:cNvGrpSpPr/>
        <p:nvPr/>
      </p:nvGrpSpPr>
      <p:grpSpPr>
        <a:xfrm>
          <a:off x="0" y="0"/>
          <a:ext cx="0" cy="0"/>
          <a:chOff x="0" y="0"/>
          <a:chExt cx="0" cy="0"/>
        </a:xfrm>
      </p:grpSpPr>
      <p:pic>
        <p:nvPicPr>
          <p:cNvPr id="45" name="Picture 44" descr="A cartoon of a cat&#10;&#10;AI-generated content may be incorrect.">
            <a:extLst>
              <a:ext uri="{FF2B5EF4-FFF2-40B4-BE49-F238E27FC236}">
                <a16:creationId xmlns:a16="http://schemas.microsoft.com/office/drawing/2014/main" id="{4135B6B9-5386-91AA-79E1-76F894666A06}"/>
              </a:ext>
            </a:extLst>
          </p:cNvPr>
          <p:cNvPicPr>
            <a:picLocks noChangeAspect="1"/>
          </p:cNvPicPr>
          <p:nvPr/>
        </p:nvPicPr>
        <p:blipFill>
          <a:blip r:embed="rId3"/>
          <a:stretch>
            <a:fillRect/>
          </a:stretch>
        </p:blipFill>
        <p:spPr>
          <a:xfrm>
            <a:off x="3024914" y="2379877"/>
            <a:ext cx="1850207" cy="1850207"/>
          </a:xfrm>
          <a:prstGeom prst="rect">
            <a:avLst/>
          </a:prstGeom>
        </p:spPr>
      </p:pic>
      <p:sp>
        <p:nvSpPr>
          <p:cNvPr id="2" name="!!block-full">
            <a:extLst>
              <a:ext uri="{FF2B5EF4-FFF2-40B4-BE49-F238E27FC236}">
                <a16:creationId xmlns:a16="http://schemas.microsoft.com/office/drawing/2014/main" id="{3BD46807-6B24-F09F-206F-12BF0C51C428}"/>
              </a:ext>
            </a:extLst>
          </p:cNvPr>
          <p:cNvSpPr/>
          <p:nvPr/>
        </p:nvSpPr>
        <p:spPr>
          <a:xfrm>
            <a:off x="3164729" y="3695480"/>
            <a:ext cx="11958543" cy="7784922"/>
          </a:xfrm>
          <a:prstGeom prst="roundRect">
            <a:avLst>
              <a:gd name="adj" fmla="val 4642"/>
            </a:avLst>
          </a:prstGeom>
          <a:gradFill flip="none" rotWithShape="1">
            <a:gsLst>
              <a:gs pos="0">
                <a:schemeClr val="bg1"/>
              </a:gs>
              <a:gs pos="100000">
                <a:schemeClr val="bg1">
                  <a:alpha val="0"/>
                </a:schemeClr>
              </a:gs>
            </a:gsLst>
            <a:lin ang="5400000" scaled="1"/>
            <a:tileRect/>
          </a:gradFill>
          <a:ln w="25400">
            <a:gradFill flip="none" rotWithShape="1">
              <a:gsLst>
                <a:gs pos="0">
                  <a:schemeClr val="accent4"/>
                </a:gs>
                <a:gs pos="100000">
                  <a:schemeClr val="accent3">
                    <a:alpha val="1000"/>
                  </a:schemeClr>
                </a:gs>
              </a:gsLst>
              <a:lin ang="5400000" scaled="1"/>
              <a:tileRect/>
            </a:gra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1371464">
              <a:defRPr/>
            </a:pPr>
            <a:endParaRPr lang="en-US" sz="8099">
              <a:solidFill>
                <a:srgbClr val="FFFFFF"/>
              </a:solidFill>
              <a:latin typeface="Arial" panose="020B0604020202020204"/>
            </a:endParaRPr>
          </a:p>
        </p:txBody>
      </p:sp>
      <p:sp>
        <p:nvSpPr>
          <p:cNvPr id="32" name="TextBox 31">
            <a:extLst>
              <a:ext uri="{FF2B5EF4-FFF2-40B4-BE49-F238E27FC236}">
                <a16:creationId xmlns:a16="http://schemas.microsoft.com/office/drawing/2014/main" id="{998C7650-F9B8-B754-55DF-7C0CD7D70F81}"/>
              </a:ext>
            </a:extLst>
          </p:cNvPr>
          <p:cNvSpPr txBox="1"/>
          <p:nvPr/>
        </p:nvSpPr>
        <p:spPr>
          <a:xfrm>
            <a:off x="1826946" y="1193402"/>
            <a:ext cx="14634134" cy="1423338"/>
          </a:xfrm>
          <a:prstGeom prst="rect">
            <a:avLst/>
          </a:prstGeom>
          <a:noFill/>
        </p:spPr>
        <p:txBody>
          <a:bodyPr wrap="none" rtlCol="0">
            <a:spAutoFit/>
          </a:bodyPr>
          <a:lstStyle/>
          <a:p>
            <a:pPr algn="ctr" defTabSz="1371464">
              <a:defRPr/>
            </a:pPr>
            <a:r>
              <a:rPr lang="en-US" sz="8649" b="1" spc="-225">
                <a:solidFill>
                  <a:srgbClr val="FFFFFF"/>
                </a:solidFill>
                <a:latin typeface="Aptos" pitchFamily="2" charset="77"/>
                <a:cs typeface="Aptos" pitchFamily="2" charset="77"/>
              </a:rPr>
              <a:t>Many modes. </a:t>
            </a:r>
            <a:r>
              <a:rPr lang="en-US" sz="8649" b="1" spc="-225">
                <a:solidFill>
                  <a:srgbClr val="5EEC83"/>
                </a:solidFill>
                <a:latin typeface="Aptos" pitchFamily="2" charset="77"/>
                <a:cs typeface="Aptos" pitchFamily="2" charset="77"/>
              </a:rPr>
              <a:t>Many use cases.</a:t>
            </a:r>
          </a:p>
        </p:txBody>
      </p:sp>
      <p:sp>
        <p:nvSpPr>
          <p:cNvPr id="7" name="!!Box-03">
            <a:extLst>
              <a:ext uri="{FF2B5EF4-FFF2-40B4-BE49-F238E27FC236}">
                <a16:creationId xmlns:a16="http://schemas.microsoft.com/office/drawing/2014/main" id="{A2CC618E-CBAB-F07C-F252-18B550EA0870}"/>
              </a:ext>
            </a:extLst>
          </p:cNvPr>
          <p:cNvSpPr/>
          <p:nvPr/>
        </p:nvSpPr>
        <p:spPr>
          <a:xfrm>
            <a:off x="11145483" y="3945581"/>
            <a:ext cx="3736914" cy="4919768"/>
          </a:xfrm>
          <a:prstGeom prst="roundRect">
            <a:avLst>
              <a:gd name="adj" fmla="val 4137"/>
            </a:avLst>
          </a:prstGeom>
          <a:gradFill flip="none" rotWithShape="1">
            <a:gsLst>
              <a:gs pos="100000">
                <a:srgbClr val="233523">
                  <a:alpha val="80841"/>
                </a:srgbClr>
              </a:gs>
              <a:gs pos="24000">
                <a:srgbClr val="1A1E1B">
                  <a:alpha val="0"/>
                </a:srgbClr>
              </a:gs>
            </a:gsLst>
            <a:path path="circle">
              <a:fillToRect l="100000" t="100000"/>
            </a:path>
            <a:tileRect r="-100000" b="-100000"/>
          </a:gradFill>
          <a:ln w="25400">
            <a:gradFill flip="none" rotWithShape="1">
              <a:gsLst>
                <a:gs pos="86000">
                  <a:schemeClr val="accent3"/>
                </a:gs>
                <a:gs pos="62000">
                  <a:srgbClr val="232823"/>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360000" tIns="360000" rIns="360000" bIns="360000" rtlCol="0" anchor="b"/>
          <a:lstStyle/>
          <a:p>
            <a:pPr defTabSz="1371464">
              <a:lnSpc>
                <a:spcPct val="114000"/>
              </a:lnSpc>
              <a:spcAft>
                <a:spcPts val="500"/>
              </a:spcAft>
              <a:defRPr/>
            </a:pPr>
            <a:r>
              <a:rPr lang="en-US" sz="3600" b="1">
                <a:solidFill>
                  <a:srgbClr val="FFFFFF"/>
                </a:solidFill>
                <a:latin typeface="Aptos" pitchFamily="2" charset="77"/>
                <a:cs typeface="Aptos" pitchFamily="2" charset="77"/>
              </a:rPr>
              <a:t>Server</a:t>
            </a:r>
            <a:endParaRPr lang="en-US" sz="3300" b="1">
              <a:solidFill>
                <a:srgbClr val="FFFFFF"/>
              </a:solidFill>
              <a:latin typeface="Aptos" pitchFamily="2" charset="77"/>
              <a:cs typeface="Aptos" pitchFamily="2" charset="77"/>
            </a:endParaRPr>
          </a:p>
        </p:txBody>
      </p:sp>
      <p:sp>
        <p:nvSpPr>
          <p:cNvPr id="6" name="!!Box-02">
            <a:extLst>
              <a:ext uri="{FF2B5EF4-FFF2-40B4-BE49-F238E27FC236}">
                <a16:creationId xmlns:a16="http://schemas.microsoft.com/office/drawing/2014/main" id="{CA3C99EC-8BC3-5D0A-11D7-BAC410F7787F}"/>
              </a:ext>
            </a:extLst>
          </p:cNvPr>
          <p:cNvSpPr/>
          <p:nvPr/>
        </p:nvSpPr>
        <p:spPr>
          <a:xfrm>
            <a:off x="7306542" y="3945581"/>
            <a:ext cx="3736914" cy="4919768"/>
          </a:xfrm>
          <a:prstGeom prst="roundRect">
            <a:avLst>
              <a:gd name="adj" fmla="val 4137"/>
            </a:avLst>
          </a:prstGeom>
          <a:gradFill flip="none" rotWithShape="1">
            <a:gsLst>
              <a:gs pos="100000">
                <a:srgbClr val="233523">
                  <a:alpha val="93799"/>
                </a:srgbClr>
              </a:gs>
              <a:gs pos="18000">
                <a:srgbClr val="1A1E1B">
                  <a:alpha val="0"/>
                </a:srgbClr>
              </a:gs>
            </a:gsLst>
            <a:path path="circle">
              <a:fillToRect l="100000" t="100000"/>
            </a:path>
            <a:tileRect r="-100000" b="-100000"/>
          </a:gradFill>
          <a:ln w="25400">
            <a:gradFill flip="none" rotWithShape="1">
              <a:gsLst>
                <a:gs pos="86000">
                  <a:schemeClr val="accent3"/>
                </a:gs>
                <a:gs pos="62000">
                  <a:srgbClr val="232823"/>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360000" tIns="360000" rIns="360000" bIns="360000" rtlCol="0" anchor="b"/>
          <a:lstStyle/>
          <a:p>
            <a:pPr defTabSz="1371464">
              <a:lnSpc>
                <a:spcPct val="114000"/>
              </a:lnSpc>
              <a:spcAft>
                <a:spcPts val="500"/>
              </a:spcAft>
              <a:defRPr/>
            </a:pPr>
            <a:r>
              <a:rPr lang="en-US" sz="3600" b="1">
                <a:solidFill>
                  <a:srgbClr val="FFFFFF"/>
                </a:solidFill>
                <a:latin typeface="Aptos" pitchFamily="2" charset="77"/>
                <a:cs typeface="Aptos" pitchFamily="2" charset="77"/>
              </a:rPr>
              <a:t>Headless</a:t>
            </a:r>
            <a:endParaRPr lang="en-US" sz="3300" b="1">
              <a:solidFill>
                <a:srgbClr val="FFFFFF"/>
              </a:solidFill>
              <a:latin typeface="Aptos" pitchFamily="2" charset="77"/>
              <a:cs typeface="Aptos" pitchFamily="2" charset="77"/>
            </a:endParaRPr>
          </a:p>
        </p:txBody>
      </p:sp>
      <p:sp>
        <p:nvSpPr>
          <p:cNvPr id="14" name="!!Box-01">
            <a:extLst>
              <a:ext uri="{FF2B5EF4-FFF2-40B4-BE49-F238E27FC236}">
                <a16:creationId xmlns:a16="http://schemas.microsoft.com/office/drawing/2014/main" id="{9E4A5FB6-7DD0-134F-72B1-FED6D21F9284}"/>
              </a:ext>
            </a:extLst>
          </p:cNvPr>
          <p:cNvSpPr/>
          <p:nvPr/>
        </p:nvSpPr>
        <p:spPr>
          <a:xfrm>
            <a:off x="3485945" y="3945581"/>
            <a:ext cx="3736914" cy="4919768"/>
          </a:xfrm>
          <a:prstGeom prst="roundRect">
            <a:avLst>
              <a:gd name="adj" fmla="val 4137"/>
            </a:avLst>
          </a:prstGeom>
          <a:gradFill flip="none" rotWithShape="1">
            <a:gsLst>
              <a:gs pos="100000">
                <a:srgbClr val="233523"/>
              </a:gs>
              <a:gs pos="6000">
                <a:srgbClr val="1A1E1B">
                  <a:alpha val="0"/>
                </a:srgbClr>
              </a:gs>
            </a:gsLst>
            <a:path path="circle">
              <a:fillToRect l="100000" t="100000"/>
            </a:path>
            <a:tileRect r="-100000" b="-100000"/>
          </a:gradFill>
          <a:ln w="25400">
            <a:gradFill flip="none" rotWithShape="1">
              <a:gsLst>
                <a:gs pos="86000">
                  <a:schemeClr val="accent3"/>
                </a:gs>
                <a:gs pos="62000">
                  <a:srgbClr val="232823"/>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360000" tIns="360000" rIns="360000" bIns="360000" rtlCol="0" anchor="b"/>
          <a:lstStyle/>
          <a:p>
            <a:pPr defTabSz="1371464">
              <a:lnSpc>
                <a:spcPct val="114000"/>
              </a:lnSpc>
              <a:spcAft>
                <a:spcPts val="500"/>
              </a:spcAft>
              <a:defRPr/>
            </a:pPr>
            <a:r>
              <a:rPr lang="en-US" sz="3600" b="1" dirty="0">
                <a:solidFill>
                  <a:srgbClr val="FFFFFF"/>
                </a:solidFill>
                <a:latin typeface="Aptos" pitchFamily="2" charset="77"/>
                <a:cs typeface="Aptos" pitchFamily="2" charset="77"/>
              </a:rPr>
              <a:t>Interactive</a:t>
            </a:r>
            <a:endParaRPr lang="en-US" sz="3300" b="1" dirty="0">
              <a:solidFill>
                <a:srgbClr val="FFFFFF"/>
              </a:solidFill>
              <a:latin typeface="Aptos" pitchFamily="2" charset="77"/>
              <a:cs typeface="Aptos" pitchFamily="2" charset="77"/>
            </a:endParaRPr>
          </a:p>
        </p:txBody>
      </p:sp>
      <p:pic>
        <p:nvPicPr>
          <p:cNvPr id="33" name="Picture 32" descr="A blue and purple robot with yellow eyes and a sun&#10;&#10;AI-generated content may be incorrect.">
            <a:extLst>
              <a:ext uri="{FF2B5EF4-FFF2-40B4-BE49-F238E27FC236}">
                <a16:creationId xmlns:a16="http://schemas.microsoft.com/office/drawing/2014/main" id="{7EA73A43-C6A9-CACD-7BF7-13CF8017B1C5}"/>
              </a:ext>
            </a:extLst>
          </p:cNvPr>
          <p:cNvPicPr>
            <a:picLocks noChangeAspect="1"/>
          </p:cNvPicPr>
          <p:nvPr/>
        </p:nvPicPr>
        <p:blipFill>
          <a:blip r:embed="rId4">
            <a:alphaModFix/>
          </a:blip>
          <a:stretch>
            <a:fillRect/>
          </a:stretch>
        </p:blipFill>
        <p:spPr>
          <a:xfrm flipH="1">
            <a:off x="14076973" y="6291268"/>
            <a:ext cx="4798961" cy="4798961"/>
          </a:xfrm>
          <a:prstGeom prst="rect">
            <a:avLst/>
          </a:prstGeom>
        </p:spPr>
      </p:pic>
      <p:pic>
        <p:nvPicPr>
          <p:cNvPr id="5" name="Image 0" descr="preencoded.png">
            <a:extLst>
              <a:ext uri="{FF2B5EF4-FFF2-40B4-BE49-F238E27FC236}">
                <a16:creationId xmlns:a16="http://schemas.microsoft.com/office/drawing/2014/main" id="{EB16DD2F-7C1E-4FB2-07C3-41C72E5844AE}"/>
              </a:ext>
            </a:extLst>
          </p:cNvPr>
          <p:cNvPicPr>
            <a:picLocks noChangeAspect="1"/>
          </p:cNvPicPr>
          <p:nvPr/>
        </p:nvPicPr>
        <p:blipFill>
          <a:blip r:embed="rId5">
            <a:duotone>
              <a:schemeClr val="bg2">
                <a:shade val="45000"/>
                <a:satMod val="135000"/>
              </a:schemeClr>
              <a:prstClr val="white"/>
            </a:duotone>
          </a:blip>
          <a:stretch>
            <a:fillRect/>
          </a:stretch>
        </p:blipFill>
        <p:spPr>
          <a:xfrm>
            <a:off x="3777149" y="4223398"/>
            <a:ext cx="601175" cy="601175"/>
          </a:xfrm>
          <a:prstGeom prst="rect">
            <a:avLst/>
          </a:prstGeom>
        </p:spPr>
      </p:pic>
      <p:pic>
        <p:nvPicPr>
          <p:cNvPr id="10" name="Image 1" descr="preencoded.png">
            <a:extLst>
              <a:ext uri="{FF2B5EF4-FFF2-40B4-BE49-F238E27FC236}">
                <a16:creationId xmlns:a16="http://schemas.microsoft.com/office/drawing/2014/main" id="{3DCEB226-7EE7-0265-69C7-43D03C1370B1}"/>
              </a:ext>
            </a:extLst>
          </p:cNvPr>
          <p:cNvPicPr>
            <a:picLocks noChangeAspect="1"/>
          </p:cNvPicPr>
          <p:nvPr/>
        </p:nvPicPr>
        <p:blipFill>
          <a:blip r:embed="rId6">
            <a:duotone>
              <a:schemeClr val="bg2">
                <a:shade val="45000"/>
                <a:satMod val="135000"/>
              </a:schemeClr>
              <a:prstClr val="white"/>
            </a:duotone>
          </a:blip>
          <a:stretch>
            <a:fillRect/>
          </a:stretch>
        </p:blipFill>
        <p:spPr>
          <a:xfrm>
            <a:off x="7589186" y="4230083"/>
            <a:ext cx="659648" cy="659648"/>
          </a:xfrm>
          <a:prstGeom prst="rect">
            <a:avLst/>
          </a:prstGeom>
        </p:spPr>
      </p:pic>
      <p:pic>
        <p:nvPicPr>
          <p:cNvPr id="15" name="Image 2" descr="preencoded.png">
            <a:extLst>
              <a:ext uri="{FF2B5EF4-FFF2-40B4-BE49-F238E27FC236}">
                <a16:creationId xmlns:a16="http://schemas.microsoft.com/office/drawing/2014/main" id="{D116E163-A305-A02B-58A8-999810DC8418}"/>
              </a:ext>
            </a:extLst>
          </p:cNvPr>
          <p:cNvPicPr>
            <a:picLocks noChangeAspect="1"/>
          </p:cNvPicPr>
          <p:nvPr/>
        </p:nvPicPr>
        <p:blipFill>
          <a:blip r:embed="rId7">
            <a:duotone>
              <a:schemeClr val="bg2">
                <a:shade val="45000"/>
                <a:satMod val="135000"/>
              </a:schemeClr>
              <a:prstClr val="white"/>
            </a:duotone>
          </a:blip>
          <a:stretch>
            <a:fillRect/>
          </a:stretch>
        </p:blipFill>
        <p:spPr>
          <a:xfrm>
            <a:off x="11432048" y="4211584"/>
            <a:ext cx="659648" cy="659648"/>
          </a:xfrm>
          <a:prstGeom prst="rect">
            <a:avLst/>
          </a:prstGeom>
        </p:spPr>
      </p:pic>
      <p:sp>
        <p:nvSpPr>
          <p:cNvPr id="28" name="TextBox 27">
            <a:extLst>
              <a:ext uri="{FF2B5EF4-FFF2-40B4-BE49-F238E27FC236}">
                <a16:creationId xmlns:a16="http://schemas.microsoft.com/office/drawing/2014/main" id="{BD976311-61A0-A295-6610-043799EBD01D}"/>
              </a:ext>
            </a:extLst>
          </p:cNvPr>
          <p:cNvSpPr txBox="1"/>
          <p:nvPr/>
        </p:nvSpPr>
        <p:spPr>
          <a:xfrm>
            <a:off x="3627056" y="6289397"/>
            <a:ext cx="3376614" cy="923330"/>
          </a:xfrm>
          <a:prstGeom prst="rect">
            <a:avLst/>
          </a:prstGeom>
          <a:noFill/>
        </p:spPr>
        <p:txBody>
          <a:bodyPr wrap="square">
            <a:spAutoFit/>
          </a:bodyPr>
          <a:lstStyle/>
          <a:p>
            <a:r>
              <a:rPr lang="en-US" dirty="0">
                <a:latin typeface="Arial" pitchFamily="34" charset="0"/>
                <a:ea typeface="Arial" pitchFamily="34" charset="-122"/>
                <a:cs typeface="Arial" pitchFamily="34" charset="-120"/>
              </a:rPr>
              <a:t>User runs CLI locally on their machine with full interactive UI and prompts</a:t>
            </a:r>
            <a:endParaRPr lang="en-US" dirty="0"/>
          </a:p>
        </p:txBody>
      </p:sp>
      <p:sp>
        <p:nvSpPr>
          <p:cNvPr id="30" name="Shape 5">
            <a:extLst>
              <a:ext uri="{FF2B5EF4-FFF2-40B4-BE49-F238E27FC236}">
                <a16:creationId xmlns:a16="http://schemas.microsoft.com/office/drawing/2014/main" id="{747F073F-2466-7E53-693D-EDCF1671A191}"/>
              </a:ext>
            </a:extLst>
          </p:cNvPr>
          <p:cNvSpPr/>
          <p:nvPr/>
        </p:nvSpPr>
        <p:spPr>
          <a:xfrm>
            <a:off x="3738086" y="5456943"/>
            <a:ext cx="3265584" cy="512064"/>
          </a:xfrm>
          <a:prstGeom prst="rect">
            <a:avLst/>
          </a:prstGeom>
          <a:solidFill>
            <a:srgbClr val="00B050"/>
          </a:solidFill>
          <a:ln/>
        </p:spPr>
        <p:txBody>
          <a:bodyPr/>
          <a:lstStyle/>
          <a:p>
            <a:endParaRPr lang="en-US" sz="2400"/>
          </a:p>
        </p:txBody>
      </p:sp>
      <p:sp>
        <p:nvSpPr>
          <p:cNvPr id="31" name="Text 6">
            <a:extLst>
              <a:ext uri="{FF2B5EF4-FFF2-40B4-BE49-F238E27FC236}">
                <a16:creationId xmlns:a16="http://schemas.microsoft.com/office/drawing/2014/main" id="{CA180CF0-DBE5-EF83-EDA8-218794E4C730}"/>
              </a:ext>
            </a:extLst>
          </p:cNvPr>
          <p:cNvSpPr/>
          <p:nvPr/>
        </p:nvSpPr>
        <p:spPr>
          <a:xfrm>
            <a:off x="3738086" y="5456943"/>
            <a:ext cx="3265584" cy="512064"/>
          </a:xfrm>
          <a:prstGeom prst="rect">
            <a:avLst/>
          </a:prstGeom>
          <a:noFill/>
          <a:ln/>
        </p:spPr>
        <p:txBody>
          <a:bodyPr wrap="square" rtlCol="0" anchor="ctr"/>
          <a:lstStyle/>
          <a:p>
            <a:pPr algn="ctr"/>
            <a:r>
              <a:rPr lang="en-US" sz="2400" dirty="0">
                <a:latin typeface="Consolas" pitchFamily="34" charset="0"/>
                <a:ea typeface="Consolas" pitchFamily="34" charset="-122"/>
                <a:cs typeface="Consolas" pitchFamily="34" charset="-120"/>
              </a:rPr>
              <a:t>copilot</a:t>
            </a:r>
            <a:endParaRPr lang="en-US" sz="2400" dirty="0"/>
          </a:p>
        </p:txBody>
      </p:sp>
      <p:sp>
        <p:nvSpPr>
          <p:cNvPr id="36" name="TextBox 35">
            <a:extLst>
              <a:ext uri="{FF2B5EF4-FFF2-40B4-BE49-F238E27FC236}">
                <a16:creationId xmlns:a16="http://schemas.microsoft.com/office/drawing/2014/main" id="{C62A68F1-2636-DE04-6AF7-6638CE69CD87}"/>
              </a:ext>
            </a:extLst>
          </p:cNvPr>
          <p:cNvSpPr txBox="1"/>
          <p:nvPr/>
        </p:nvSpPr>
        <p:spPr>
          <a:xfrm>
            <a:off x="7412240" y="6289397"/>
            <a:ext cx="3376614" cy="923330"/>
          </a:xfrm>
          <a:prstGeom prst="rect">
            <a:avLst/>
          </a:prstGeom>
          <a:noFill/>
        </p:spPr>
        <p:txBody>
          <a:bodyPr wrap="square">
            <a:spAutoFit/>
          </a:bodyPr>
          <a:lstStyle/>
          <a:p>
            <a:r>
              <a:rPr lang="en-US">
                <a:latin typeface="Arial" pitchFamily="34" charset="0"/>
                <a:cs typeface="Arial" pitchFamily="34" charset="-120"/>
              </a:rPr>
              <a:t>Non-interactive execution for automation pipelines and CI/CD workflows</a:t>
            </a:r>
          </a:p>
        </p:txBody>
      </p:sp>
      <p:sp>
        <p:nvSpPr>
          <p:cNvPr id="37" name="Shape 5">
            <a:extLst>
              <a:ext uri="{FF2B5EF4-FFF2-40B4-BE49-F238E27FC236}">
                <a16:creationId xmlns:a16="http://schemas.microsoft.com/office/drawing/2014/main" id="{7FEAA9A1-06C8-5776-595A-837CB21C92D2}"/>
              </a:ext>
            </a:extLst>
          </p:cNvPr>
          <p:cNvSpPr/>
          <p:nvPr/>
        </p:nvSpPr>
        <p:spPr>
          <a:xfrm>
            <a:off x="7523270" y="5456943"/>
            <a:ext cx="3265584" cy="512064"/>
          </a:xfrm>
          <a:prstGeom prst="rect">
            <a:avLst/>
          </a:prstGeom>
          <a:solidFill>
            <a:srgbClr val="00B050"/>
          </a:solidFill>
          <a:ln/>
        </p:spPr>
        <p:txBody>
          <a:bodyPr/>
          <a:lstStyle/>
          <a:p>
            <a:endParaRPr lang="en-US" sz="2400"/>
          </a:p>
        </p:txBody>
      </p:sp>
      <p:sp>
        <p:nvSpPr>
          <p:cNvPr id="39" name="Text 6">
            <a:extLst>
              <a:ext uri="{FF2B5EF4-FFF2-40B4-BE49-F238E27FC236}">
                <a16:creationId xmlns:a16="http://schemas.microsoft.com/office/drawing/2014/main" id="{5ED7F466-84AD-A814-A099-91FDB12FCD34}"/>
              </a:ext>
            </a:extLst>
          </p:cNvPr>
          <p:cNvSpPr/>
          <p:nvPr/>
        </p:nvSpPr>
        <p:spPr>
          <a:xfrm>
            <a:off x="7523270" y="5456943"/>
            <a:ext cx="3265584" cy="512064"/>
          </a:xfrm>
          <a:prstGeom prst="rect">
            <a:avLst/>
          </a:prstGeom>
          <a:noFill/>
          <a:ln/>
        </p:spPr>
        <p:txBody>
          <a:bodyPr wrap="square" rtlCol="0" anchor="ctr"/>
          <a:lstStyle/>
          <a:p>
            <a:pPr algn="ctr"/>
            <a:r>
              <a:rPr lang="en-US" sz="2400">
                <a:latin typeface="Consolas" pitchFamily="34" charset="0"/>
                <a:ea typeface="Consolas" pitchFamily="34" charset="-122"/>
                <a:cs typeface="Consolas" pitchFamily="34" charset="-120"/>
              </a:rPr>
              <a:t>copilot –p</a:t>
            </a:r>
            <a:endParaRPr lang="en-US" sz="2400"/>
          </a:p>
        </p:txBody>
      </p:sp>
      <p:sp>
        <p:nvSpPr>
          <p:cNvPr id="40" name="TextBox 39">
            <a:extLst>
              <a:ext uri="{FF2B5EF4-FFF2-40B4-BE49-F238E27FC236}">
                <a16:creationId xmlns:a16="http://schemas.microsoft.com/office/drawing/2014/main" id="{585F52A2-0DDB-554C-DCAD-1D48F0E926DE}"/>
              </a:ext>
            </a:extLst>
          </p:cNvPr>
          <p:cNvSpPr txBox="1"/>
          <p:nvPr/>
        </p:nvSpPr>
        <p:spPr>
          <a:xfrm>
            <a:off x="11251713" y="6289397"/>
            <a:ext cx="3376614" cy="1200329"/>
          </a:xfrm>
          <a:prstGeom prst="rect">
            <a:avLst/>
          </a:prstGeom>
          <a:noFill/>
        </p:spPr>
        <p:txBody>
          <a:bodyPr wrap="square">
            <a:spAutoFit/>
          </a:bodyPr>
          <a:lstStyle/>
          <a:p>
            <a:r>
              <a:rPr lang="en-US" dirty="0">
                <a:latin typeface="Arial" pitchFamily="34" charset="0"/>
                <a:ea typeface="Arial" pitchFamily="34" charset="-122"/>
                <a:cs typeface="Arial" pitchFamily="34" charset="-120"/>
              </a:rPr>
              <a:t>Exposes JSON-RPC port for external clients to drive CLI functionality remotely via the Copilot SDK</a:t>
            </a:r>
            <a:endParaRPr lang="en-US" dirty="0"/>
          </a:p>
        </p:txBody>
      </p:sp>
      <p:sp>
        <p:nvSpPr>
          <p:cNvPr id="41" name="Shape 5">
            <a:extLst>
              <a:ext uri="{FF2B5EF4-FFF2-40B4-BE49-F238E27FC236}">
                <a16:creationId xmlns:a16="http://schemas.microsoft.com/office/drawing/2014/main" id="{CCEEE1EA-3C25-BF84-38C1-FD00D76605DC}"/>
              </a:ext>
            </a:extLst>
          </p:cNvPr>
          <p:cNvSpPr/>
          <p:nvPr/>
        </p:nvSpPr>
        <p:spPr>
          <a:xfrm>
            <a:off x="11362742" y="5456943"/>
            <a:ext cx="3265584" cy="512064"/>
          </a:xfrm>
          <a:prstGeom prst="rect">
            <a:avLst/>
          </a:prstGeom>
          <a:solidFill>
            <a:srgbClr val="00B050"/>
          </a:solidFill>
          <a:ln/>
        </p:spPr>
        <p:txBody>
          <a:bodyPr/>
          <a:lstStyle/>
          <a:p>
            <a:endParaRPr lang="en-US" sz="2400"/>
          </a:p>
        </p:txBody>
      </p:sp>
      <p:sp>
        <p:nvSpPr>
          <p:cNvPr id="42" name="Text 6">
            <a:extLst>
              <a:ext uri="{FF2B5EF4-FFF2-40B4-BE49-F238E27FC236}">
                <a16:creationId xmlns:a16="http://schemas.microsoft.com/office/drawing/2014/main" id="{C4AC2D8F-4B8F-F82F-B469-E19BED65BFFD}"/>
              </a:ext>
            </a:extLst>
          </p:cNvPr>
          <p:cNvSpPr/>
          <p:nvPr/>
        </p:nvSpPr>
        <p:spPr>
          <a:xfrm>
            <a:off x="11362742" y="5456943"/>
            <a:ext cx="3265584" cy="512064"/>
          </a:xfrm>
          <a:prstGeom prst="rect">
            <a:avLst/>
          </a:prstGeom>
          <a:noFill/>
          <a:ln/>
        </p:spPr>
        <p:txBody>
          <a:bodyPr wrap="square" rtlCol="0" anchor="ctr"/>
          <a:lstStyle/>
          <a:p>
            <a:pPr algn="ctr"/>
            <a:r>
              <a:rPr lang="en-US" sz="2400">
                <a:latin typeface="Consolas" pitchFamily="34" charset="0"/>
                <a:ea typeface="Consolas" pitchFamily="34" charset="-122"/>
                <a:cs typeface="Consolas" pitchFamily="34" charset="-120"/>
              </a:rPr>
              <a:t>copilot --server</a:t>
            </a:r>
            <a:endParaRPr lang="en-US" sz="2400"/>
          </a:p>
        </p:txBody>
      </p:sp>
    </p:spTree>
    <p:extLst>
      <p:ext uri="{BB962C8B-B14F-4D97-AF65-F5344CB8AC3E}">
        <p14:creationId xmlns:p14="http://schemas.microsoft.com/office/powerpoint/2010/main" val="38018197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0" presetClass="path" presetSubtype="0" accel="50000" decel="50000" fill="hold" nodeType="withEffect">
                                  <p:stCondLst>
                                    <p:cond delay="0"/>
                                  </p:stCondLst>
                                  <p:childTnLst>
                                    <p:animMotion origin="layout" path="M 0.0003 0.12037 L 1.80556E-6 -2.34568E-6 " pathEditMode="relative" rAng="0" ptsTypes="AA">
                                      <p:cBhvr>
                                        <p:cTn id="9" dur="1000" fill="hold"/>
                                        <p:tgtEl>
                                          <p:spTgt spid="45"/>
                                        </p:tgtEl>
                                        <p:attrNameLst>
                                          <p:attrName>ppt_x</p:attrName>
                                          <p:attrName>ppt_y</p:attrName>
                                        </p:attrNameLst>
                                      </p:cBhvr>
                                      <p:rCtr x="-17" y="-6019"/>
                                    </p:animMotion>
                                  </p:childTnLst>
                                </p:cTn>
                              </p:par>
                              <p:par>
                                <p:cTn id="10" presetID="10"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par>
                                <p:cTn id="13" presetID="0" presetClass="path" presetSubtype="0" accel="50000" decel="50000" fill="hold" nodeType="withEffect">
                                  <p:stCondLst>
                                    <p:cond delay="0"/>
                                  </p:stCondLst>
                                  <p:childTnLst>
                                    <p:animMotion origin="layout" path="M 0.08555 0.125 L 1.04167E-6 3.58025E-6 " pathEditMode="relative" rAng="0" ptsTypes="AA">
                                      <p:cBhvr>
                                        <p:cTn id="14" dur="1000" fill="hold"/>
                                        <p:tgtEl>
                                          <p:spTgt spid="33"/>
                                        </p:tgtEl>
                                        <p:attrNameLst>
                                          <p:attrName>ppt_x</p:attrName>
                                          <p:attrName>ppt_y</p:attrName>
                                        </p:attrNameLst>
                                      </p:cBhvr>
                                      <p:rCtr x="-4280" y="-625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2A414A-1482-F06C-070B-A6FDBEFD1A27}"/>
              </a:ext>
            </a:extLst>
          </p:cNvPr>
          <p:cNvPicPr>
            <a:picLocks noChangeAspect="1"/>
          </p:cNvPicPr>
          <p:nvPr/>
        </p:nvPicPr>
        <p:blipFill>
          <a:blip r:embed="rId3"/>
          <a:srcRect t="243" b="-1"/>
          <a:stretch>
            <a:fillRect/>
          </a:stretch>
        </p:blipFill>
        <p:spPr>
          <a:xfrm>
            <a:off x="8323141" y="5264270"/>
            <a:ext cx="3923095" cy="2541755"/>
          </a:xfrm>
          <a:prstGeom prst="roundRect">
            <a:avLst>
              <a:gd name="adj" fmla="val 2951"/>
            </a:avLst>
          </a:prstGeom>
        </p:spPr>
      </p:pic>
      <p:pic>
        <p:nvPicPr>
          <p:cNvPr id="3" name="Graphic 2">
            <a:extLst>
              <a:ext uri="{FF2B5EF4-FFF2-40B4-BE49-F238E27FC236}">
                <a16:creationId xmlns:a16="http://schemas.microsoft.com/office/drawing/2014/main" id="{A46D4A55-89CE-FA5C-E764-12DCEC84CB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4819" y="7240893"/>
            <a:ext cx="1304087" cy="1304087"/>
          </a:xfrm>
          <a:prstGeom prst="rect">
            <a:avLst/>
          </a:prstGeom>
        </p:spPr>
      </p:pic>
      <p:pic>
        <p:nvPicPr>
          <p:cNvPr id="4" name="Picture 3" descr="A logo with different colored shapes&#10;&#10;AI-generated content may be incorrect.">
            <a:extLst>
              <a:ext uri="{FF2B5EF4-FFF2-40B4-BE49-F238E27FC236}">
                <a16:creationId xmlns:a16="http://schemas.microsoft.com/office/drawing/2014/main" id="{DFF71926-FB1E-0CED-CC19-E8A5ECD3390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534361" y="4128047"/>
            <a:ext cx="1304087" cy="1304087"/>
          </a:xfrm>
          <a:prstGeom prst="rect">
            <a:avLst/>
          </a:prstGeom>
        </p:spPr>
      </p:pic>
      <p:pic>
        <p:nvPicPr>
          <p:cNvPr id="5" name="Graphic 4">
            <a:extLst>
              <a:ext uri="{FF2B5EF4-FFF2-40B4-BE49-F238E27FC236}">
                <a16:creationId xmlns:a16="http://schemas.microsoft.com/office/drawing/2014/main" id="{9D275559-E29D-A624-03E2-ED13FEFBF8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6404" y="5287775"/>
            <a:ext cx="1304087" cy="1304087"/>
          </a:xfrm>
          <a:prstGeom prst="rect">
            <a:avLst/>
          </a:prstGeom>
        </p:spPr>
      </p:pic>
      <p:pic>
        <p:nvPicPr>
          <p:cNvPr id="6" name="Graphic 6">
            <a:extLst>
              <a:ext uri="{FF2B5EF4-FFF2-40B4-BE49-F238E27FC236}">
                <a16:creationId xmlns:a16="http://schemas.microsoft.com/office/drawing/2014/main" id="{CDC7A9D2-2FCD-194F-4EF1-2400ABC1810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776440" y="5365986"/>
            <a:ext cx="1304087" cy="1199379"/>
          </a:xfrm>
          <a:prstGeom prst="rect">
            <a:avLst/>
          </a:prstGeom>
        </p:spPr>
      </p:pic>
      <p:pic>
        <p:nvPicPr>
          <p:cNvPr id="7" name="Graphic 6">
            <a:extLst>
              <a:ext uri="{FF2B5EF4-FFF2-40B4-BE49-F238E27FC236}">
                <a16:creationId xmlns:a16="http://schemas.microsoft.com/office/drawing/2014/main" id="{0BFA6211-A4E8-07F8-4F08-5A47D342D70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09796" y="6427181"/>
            <a:ext cx="1564679" cy="1564679"/>
          </a:xfrm>
          <a:prstGeom prst="rect">
            <a:avLst/>
          </a:prstGeom>
        </p:spPr>
      </p:pic>
      <p:pic>
        <p:nvPicPr>
          <p:cNvPr id="12" name="Picture 11">
            <a:extLst>
              <a:ext uri="{FF2B5EF4-FFF2-40B4-BE49-F238E27FC236}">
                <a16:creationId xmlns:a16="http://schemas.microsoft.com/office/drawing/2014/main" id="{42471A57-DE34-7E8A-9446-34DFD0A51C5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02348" y="7076212"/>
            <a:ext cx="1564680" cy="1564680"/>
          </a:xfrm>
          <a:prstGeom prst="rect">
            <a:avLst/>
          </a:prstGeom>
        </p:spPr>
      </p:pic>
      <p:pic>
        <p:nvPicPr>
          <p:cNvPr id="17" name="Picture 16">
            <a:extLst>
              <a:ext uri="{FF2B5EF4-FFF2-40B4-BE49-F238E27FC236}">
                <a16:creationId xmlns:a16="http://schemas.microsoft.com/office/drawing/2014/main" id="{4352EDE0-B4A0-4907-C761-C2F20BD3F5BA}"/>
              </a:ext>
            </a:extLst>
          </p:cNvPr>
          <p:cNvPicPr>
            <a:picLocks noChangeAspect="1"/>
          </p:cNvPicPr>
          <p:nvPr/>
        </p:nvPicPr>
        <p:blipFill>
          <a:blip r:embed="rId10"/>
          <a:srcRect t="8106"/>
          <a:stretch>
            <a:fillRect/>
          </a:stretch>
        </p:blipFill>
        <p:spPr>
          <a:xfrm>
            <a:off x="209162" y="4904857"/>
            <a:ext cx="4010758" cy="3572621"/>
          </a:xfrm>
          <a:prstGeom prst="rect">
            <a:avLst/>
          </a:prstGeom>
        </p:spPr>
      </p:pic>
      <p:sp>
        <p:nvSpPr>
          <p:cNvPr id="21" name="TextBox 20">
            <a:extLst>
              <a:ext uri="{FF2B5EF4-FFF2-40B4-BE49-F238E27FC236}">
                <a16:creationId xmlns:a16="http://schemas.microsoft.com/office/drawing/2014/main" id="{3AF0FF84-62C2-EAC3-6A18-2D3F2D56D622}"/>
              </a:ext>
            </a:extLst>
          </p:cNvPr>
          <p:cNvSpPr txBox="1"/>
          <p:nvPr/>
        </p:nvSpPr>
        <p:spPr>
          <a:xfrm>
            <a:off x="8717370" y="8640892"/>
            <a:ext cx="3134635" cy="830997"/>
          </a:xfrm>
          <a:prstGeom prst="rect">
            <a:avLst/>
          </a:prstGeom>
          <a:noFill/>
        </p:spPr>
        <p:txBody>
          <a:bodyPr wrap="square">
            <a:spAutoFit/>
          </a:bodyPr>
          <a:lstStyle/>
          <a:p>
            <a:pPr algn="ctr"/>
            <a:r>
              <a:rPr lang="en-US" sz="4800" dirty="0"/>
              <a:t>CLI</a:t>
            </a:r>
          </a:p>
        </p:txBody>
      </p:sp>
      <p:pic>
        <p:nvPicPr>
          <p:cNvPr id="22" name="Picture 21">
            <a:extLst>
              <a:ext uri="{FF2B5EF4-FFF2-40B4-BE49-F238E27FC236}">
                <a16:creationId xmlns:a16="http://schemas.microsoft.com/office/drawing/2014/main" id="{526EB7EF-B33E-8B6C-A424-A97CB2D24F4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600191" y="-8447"/>
            <a:ext cx="3309110" cy="3309110"/>
          </a:xfrm>
          <a:prstGeom prst="rect">
            <a:avLst/>
          </a:prstGeom>
        </p:spPr>
      </p:pic>
      <p:sp>
        <p:nvSpPr>
          <p:cNvPr id="23" name="TextBox 22">
            <a:extLst>
              <a:ext uri="{FF2B5EF4-FFF2-40B4-BE49-F238E27FC236}">
                <a16:creationId xmlns:a16="http://schemas.microsoft.com/office/drawing/2014/main" id="{9611EBEA-0CE4-4216-F766-C63B7727E36E}"/>
              </a:ext>
            </a:extLst>
          </p:cNvPr>
          <p:cNvSpPr txBox="1"/>
          <p:nvPr/>
        </p:nvSpPr>
        <p:spPr>
          <a:xfrm>
            <a:off x="4802247" y="8640891"/>
            <a:ext cx="2469017" cy="830997"/>
          </a:xfrm>
          <a:prstGeom prst="rect">
            <a:avLst/>
          </a:prstGeom>
          <a:noFill/>
        </p:spPr>
        <p:txBody>
          <a:bodyPr wrap="square">
            <a:spAutoFit/>
          </a:bodyPr>
          <a:lstStyle/>
          <a:p>
            <a:pPr algn="ctr"/>
            <a:r>
              <a:rPr lang="en-US" sz="4800" dirty="0"/>
              <a:t>IDE</a:t>
            </a:r>
          </a:p>
        </p:txBody>
      </p:sp>
      <p:sp>
        <p:nvSpPr>
          <p:cNvPr id="24" name="TextBox 23">
            <a:extLst>
              <a:ext uri="{FF2B5EF4-FFF2-40B4-BE49-F238E27FC236}">
                <a16:creationId xmlns:a16="http://schemas.microsoft.com/office/drawing/2014/main" id="{430DD825-D9A6-972A-F7BA-729C61760EF8}"/>
              </a:ext>
            </a:extLst>
          </p:cNvPr>
          <p:cNvSpPr txBox="1"/>
          <p:nvPr/>
        </p:nvSpPr>
        <p:spPr>
          <a:xfrm>
            <a:off x="769389" y="8640891"/>
            <a:ext cx="2469017" cy="830997"/>
          </a:xfrm>
          <a:prstGeom prst="rect">
            <a:avLst/>
          </a:prstGeom>
          <a:noFill/>
        </p:spPr>
        <p:txBody>
          <a:bodyPr wrap="square">
            <a:spAutoFit/>
          </a:bodyPr>
          <a:lstStyle/>
          <a:p>
            <a:pPr algn="ctr"/>
            <a:r>
              <a:rPr lang="en-US" sz="4800" dirty="0"/>
              <a:t>Web</a:t>
            </a:r>
          </a:p>
        </p:txBody>
      </p:sp>
      <p:pic>
        <p:nvPicPr>
          <p:cNvPr id="27" name="Graphic 26">
            <a:extLst>
              <a:ext uri="{FF2B5EF4-FFF2-40B4-BE49-F238E27FC236}">
                <a16:creationId xmlns:a16="http://schemas.microsoft.com/office/drawing/2014/main" id="{B29AEF6B-155E-46B4-AF70-496C94EB11E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2839867" y="4385084"/>
            <a:ext cx="4612166" cy="4612166"/>
          </a:xfrm>
          <a:prstGeom prst="rect">
            <a:avLst/>
          </a:prstGeom>
        </p:spPr>
      </p:pic>
      <p:sp>
        <p:nvSpPr>
          <p:cNvPr id="25" name="TextBox 24">
            <a:extLst>
              <a:ext uri="{FF2B5EF4-FFF2-40B4-BE49-F238E27FC236}">
                <a16:creationId xmlns:a16="http://schemas.microsoft.com/office/drawing/2014/main" id="{4263BC47-2F50-FE13-9B12-75849EEA48EA}"/>
              </a:ext>
            </a:extLst>
          </p:cNvPr>
          <p:cNvSpPr txBox="1"/>
          <p:nvPr/>
        </p:nvSpPr>
        <p:spPr>
          <a:xfrm>
            <a:off x="13578633" y="8423290"/>
            <a:ext cx="3134635" cy="830997"/>
          </a:xfrm>
          <a:prstGeom prst="rect">
            <a:avLst/>
          </a:prstGeom>
          <a:noFill/>
        </p:spPr>
        <p:txBody>
          <a:bodyPr wrap="square">
            <a:spAutoFit/>
          </a:bodyPr>
          <a:lstStyle/>
          <a:p>
            <a:pPr algn="ctr"/>
            <a:r>
              <a:rPr lang="en-US" sz="4800" dirty="0"/>
              <a:t>SDK, etc.</a:t>
            </a:r>
          </a:p>
        </p:txBody>
      </p:sp>
      <p:sp>
        <p:nvSpPr>
          <p:cNvPr id="29" name="Arrow: Right 28">
            <a:extLst>
              <a:ext uri="{FF2B5EF4-FFF2-40B4-BE49-F238E27FC236}">
                <a16:creationId xmlns:a16="http://schemas.microsoft.com/office/drawing/2014/main" id="{CC260CBC-A5C4-489F-10F5-062EBC7FD3AB}"/>
              </a:ext>
            </a:extLst>
          </p:cNvPr>
          <p:cNvSpPr/>
          <p:nvPr/>
        </p:nvSpPr>
        <p:spPr>
          <a:xfrm rot="18563567">
            <a:off x="13010628" y="1406925"/>
            <a:ext cx="4123008" cy="14269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rPr>
              <a:t>Effort</a:t>
            </a:r>
            <a:endParaRPr lang="en-US" sz="3600" b="1" dirty="0"/>
          </a:p>
        </p:txBody>
      </p:sp>
      <p:sp>
        <p:nvSpPr>
          <p:cNvPr id="19" name="Arrow: Right 18">
            <a:extLst>
              <a:ext uri="{FF2B5EF4-FFF2-40B4-BE49-F238E27FC236}">
                <a16:creationId xmlns:a16="http://schemas.microsoft.com/office/drawing/2014/main" id="{9C9CE251-FD28-37CC-8834-7AD26983727D}"/>
              </a:ext>
            </a:extLst>
          </p:cNvPr>
          <p:cNvSpPr/>
          <p:nvPr/>
        </p:nvSpPr>
        <p:spPr>
          <a:xfrm>
            <a:off x="209162" y="2958152"/>
            <a:ext cx="17520038" cy="13040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rPr>
              <a:t>Power &amp; Flexibility</a:t>
            </a:r>
          </a:p>
        </p:txBody>
      </p:sp>
    </p:spTree>
    <p:extLst>
      <p:ext uri="{BB962C8B-B14F-4D97-AF65-F5344CB8AC3E}">
        <p14:creationId xmlns:p14="http://schemas.microsoft.com/office/powerpoint/2010/main" val="2732629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rrow: Quad 16">
            <a:extLst>
              <a:ext uri="{FF2B5EF4-FFF2-40B4-BE49-F238E27FC236}">
                <a16:creationId xmlns:a16="http://schemas.microsoft.com/office/drawing/2014/main" id="{3DB1DC4A-9360-A8FB-98A7-37583540FE18}"/>
              </a:ext>
            </a:extLst>
          </p:cNvPr>
          <p:cNvSpPr>
            <a:spLocks noGrp="1" noRot="1" noMove="1" noResize="1" noEditPoints="1" noAdjustHandles="1" noChangeArrowheads="1" noChangeShapeType="1"/>
          </p:cNvSpPr>
          <p:nvPr/>
        </p:nvSpPr>
        <p:spPr>
          <a:xfrm>
            <a:off x="11739794" y="4192666"/>
            <a:ext cx="2170075" cy="1960411"/>
          </a:xfrm>
          <a:prstGeom prst="quadArrow">
            <a:avLst>
              <a:gd name="adj1" fmla="val 17836"/>
              <a:gd name="adj2" fmla="val 17577"/>
              <a:gd name="adj3" fmla="val 196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Graphic 7">
            <a:extLst>
              <a:ext uri="{FF2B5EF4-FFF2-40B4-BE49-F238E27FC236}">
                <a16:creationId xmlns:a16="http://schemas.microsoft.com/office/drawing/2014/main" id="{27721BDE-59BE-CEB3-396B-29D1E0124A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285689" y="3357561"/>
            <a:ext cx="3571875" cy="3571875"/>
          </a:xfrm>
          <a:prstGeom prst="rect">
            <a:avLst/>
          </a:prstGeom>
        </p:spPr>
      </p:pic>
      <p:pic>
        <p:nvPicPr>
          <p:cNvPr id="10" name="Graphic 9">
            <a:extLst>
              <a:ext uri="{FF2B5EF4-FFF2-40B4-BE49-F238E27FC236}">
                <a16:creationId xmlns:a16="http://schemas.microsoft.com/office/drawing/2014/main" id="{18B61856-EFC8-1E7D-D0B0-C539AE8876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92101" y="3357562"/>
            <a:ext cx="3571875" cy="3571875"/>
          </a:xfrm>
          <a:prstGeom prst="rect">
            <a:avLst/>
          </a:prstGeom>
        </p:spPr>
      </p:pic>
      <p:pic>
        <p:nvPicPr>
          <p:cNvPr id="16" name="Picture 15">
            <a:extLst>
              <a:ext uri="{FF2B5EF4-FFF2-40B4-BE49-F238E27FC236}">
                <a16:creationId xmlns:a16="http://schemas.microsoft.com/office/drawing/2014/main" id="{9BE10D28-5B77-3BF0-83B1-783EE8A9F7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50593" y="6123705"/>
            <a:ext cx="4847637" cy="4847637"/>
          </a:xfrm>
          <a:prstGeom prst="rect">
            <a:avLst/>
          </a:prstGeom>
        </p:spPr>
      </p:pic>
      <p:sp>
        <p:nvSpPr>
          <p:cNvPr id="18" name="TextBox 17">
            <a:extLst>
              <a:ext uri="{FF2B5EF4-FFF2-40B4-BE49-F238E27FC236}">
                <a16:creationId xmlns:a16="http://schemas.microsoft.com/office/drawing/2014/main" id="{7E6EF3C4-C4A6-638B-C93D-9A79FD5CC6A4}"/>
              </a:ext>
            </a:extLst>
          </p:cNvPr>
          <p:cNvSpPr txBox="1"/>
          <p:nvPr/>
        </p:nvSpPr>
        <p:spPr>
          <a:xfrm>
            <a:off x="897080" y="1603186"/>
            <a:ext cx="7389139" cy="1015663"/>
          </a:xfrm>
          <a:prstGeom prst="rect">
            <a:avLst/>
          </a:prstGeom>
          <a:noFill/>
        </p:spPr>
        <p:txBody>
          <a:bodyPr wrap="none" rtlCol="0">
            <a:spAutoFit/>
          </a:bodyPr>
          <a:lstStyle/>
          <a:p>
            <a:r>
              <a:rPr lang="en-US" sz="6000" b="1" dirty="0"/>
              <a:t>Which LLM To use?</a:t>
            </a:r>
          </a:p>
        </p:txBody>
      </p:sp>
      <p:sp>
        <p:nvSpPr>
          <p:cNvPr id="19" name="TextBox 18">
            <a:extLst>
              <a:ext uri="{FF2B5EF4-FFF2-40B4-BE49-F238E27FC236}">
                <a16:creationId xmlns:a16="http://schemas.microsoft.com/office/drawing/2014/main" id="{AE8C78F2-853A-15B2-AE74-777C1A9B44CE}"/>
              </a:ext>
            </a:extLst>
          </p:cNvPr>
          <p:cNvSpPr txBox="1"/>
          <p:nvPr/>
        </p:nvSpPr>
        <p:spPr>
          <a:xfrm>
            <a:off x="857967" y="3357561"/>
            <a:ext cx="7040328" cy="4847481"/>
          </a:xfrm>
          <a:prstGeom prst="rect">
            <a:avLst/>
          </a:prstGeom>
          <a:noFill/>
        </p:spPr>
        <p:txBody>
          <a:bodyPr wrap="square" rtlCol="0">
            <a:spAutoFit/>
          </a:bodyPr>
          <a:lstStyle/>
          <a:p>
            <a:pPr marL="285750" indent="-285750">
              <a:spcAft>
                <a:spcPts val="1800"/>
              </a:spcAft>
              <a:buFont typeface="Arial" panose="020B0604020202020204" pitchFamily="34" charset="0"/>
              <a:buChar char="•"/>
            </a:pPr>
            <a:r>
              <a:rPr lang="en-US" sz="4400" dirty="0"/>
              <a:t>They are very similar.</a:t>
            </a:r>
          </a:p>
          <a:p>
            <a:pPr marL="285750" indent="-285750">
              <a:spcAft>
                <a:spcPts val="1800"/>
              </a:spcAft>
              <a:buFont typeface="Arial" panose="020B0604020202020204" pitchFamily="34" charset="0"/>
              <a:buChar char="•"/>
            </a:pPr>
            <a:r>
              <a:rPr lang="en-US" sz="4400" dirty="0"/>
              <a:t>Frequent updates changes </a:t>
            </a:r>
            <a:r>
              <a:rPr lang="en-US" sz="4400" i="1" dirty="0"/>
              <a:t>ranking</a:t>
            </a:r>
            <a:r>
              <a:rPr lang="en-US" sz="4400" dirty="0"/>
              <a:t>.</a:t>
            </a:r>
          </a:p>
          <a:p>
            <a:pPr marL="285750" indent="-285750">
              <a:spcAft>
                <a:spcPts val="1800"/>
              </a:spcAft>
              <a:buFont typeface="Arial" panose="020B0604020202020204" pitchFamily="34" charset="0"/>
              <a:buChar char="•"/>
            </a:pPr>
            <a:r>
              <a:rPr lang="en-US" sz="4000" dirty="0">
                <a:latin typeface="Consolas" panose="020B0609020204030204" pitchFamily="49" charset="0"/>
              </a:rPr>
              <a:t>Skill.md</a:t>
            </a:r>
            <a:r>
              <a:rPr lang="en-US" sz="4000" dirty="0">
                <a:latin typeface="+mj-lt"/>
              </a:rPr>
              <a:t> </a:t>
            </a:r>
            <a:r>
              <a:rPr lang="en-US" sz="4400" dirty="0"/>
              <a:t>and </a:t>
            </a:r>
            <a:r>
              <a:rPr lang="en-US" sz="4000" dirty="0">
                <a:latin typeface="Consolas" panose="020B0609020204030204" pitchFamily="49" charset="0"/>
              </a:rPr>
              <a:t>Agents.md</a:t>
            </a:r>
            <a:br>
              <a:rPr lang="en-US" sz="4400" dirty="0"/>
            </a:br>
            <a:r>
              <a:rPr lang="en-US" sz="4400" dirty="0"/>
              <a:t>are standards.</a:t>
            </a:r>
          </a:p>
          <a:p>
            <a:pPr marL="285750" indent="-285750">
              <a:spcAft>
                <a:spcPts val="1800"/>
              </a:spcAft>
              <a:buFont typeface="Arial" panose="020B0604020202020204" pitchFamily="34" charset="0"/>
              <a:buChar char="•"/>
            </a:pPr>
            <a:r>
              <a:rPr lang="en-US" sz="4400" i="1" dirty="0"/>
              <a:t>Use what works for you.</a:t>
            </a:r>
          </a:p>
        </p:txBody>
      </p:sp>
      <p:pic>
        <p:nvPicPr>
          <p:cNvPr id="12" name="Graphic 11">
            <a:extLst>
              <a:ext uri="{FF2B5EF4-FFF2-40B4-BE49-F238E27FC236}">
                <a16:creationId xmlns:a16="http://schemas.microsoft.com/office/drawing/2014/main" id="{CF7802C4-9212-7B3A-2FF1-79ACD5546B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13814" y="-95756"/>
            <a:ext cx="4222037" cy="4222037"/>
          </a:xfrm>
          <a:prstGeom prst="rect">
            <a:avLst/>
          </a:prstGeom>
        </p:spPr>
      </p:pic>
    </p:spTree>
    <p:extLst>
      <p:ext uri="{BB962C8B-B14F-4D97-AF65-F5344CB8AC3E}">
        <p14:creationId xmlns:p14="http://schemas.microsoft.com/office/powerpoint/2010/main" val="1703757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autoRev="1" fill="hold" nodeType="afterEffect">
                                  <p:stCondLst>
                                    <p:cond delay="0"/>
                                  </p:stCondLst>
                                  <p:childTnLst>
                                    <p:animMotion origin="layout" path="M 2.08333E-6 0 L 0.17213 0.29877 " pathEditMode="relative" rAng="0" ptsTypes="AA">
                                      <p:cBhvr>
                                        <p:cTn id="6" dur="2000" fill="hold"/>
                                        <p:tgtEl>
                                          <p:spTgt spid="10"/>
                                        </p:tgtEl>
                                        <p:attrNameLst>
                                          <p:attrName>ppt_x</p:attrName>
                                          <p:attrName>ppt_y</p:attrName>
                                        </p:attrNameLst>
                                      </p:cBhvr>
                                      <p:rCtr x="8602" y="14938"/>
                                    </p:animMotion>
                                  </p:childTnLst>
                                </p:cTn>
                              </p:par>
                              <p:par>
                                <p:cTn id="7" presetID="42" presetClass="path" presetSubtype="0" accel="50000" decel="50000" autoRev="1" fill="hold" nodeType="withEffect">
                                  <p:stCondLst>
                                    <p:cond delay="0"/>
                                  </p:stCondLst>
                                  <p:childTnLst>
                                    <p:animMotion origin="layout" path="M -4.30556E-6 -4.19753E-6 L 0.00573 -0.60956 " pathEditMode="relative" rAng="0" ptsTypes="AA">
                                      <p:cBhvr>
                                        <p:cTn id="8" dur="2000" fill="hold"/>
                                        <p:tgtEl>
                                          <p:spTgt spid="16"/>
                                        </p:tgtEl>
                                        <p:attrNameLst>
                                          <p:attrName>ppt_x</p:attrName>
                                          <p:attrName>ppt_y</p:attrName>
                                        </p:attrNameLst>
                                      </p:cBhvr>
                                      <p:rCtr x="286" y="-30478"/>
                                    </p:animMotion>
                                  </p:childTnLst>
                                </p:cTn>
                              </p:par>
                              <p:par>
                                <p:cTn id="9" presetID="42" presetClass="path" presetSubtype="0" accel="50000" decel="50000" autoRev="1" fill="hold" nodeType="withEffect">
                                  <p:stCondLst>
                                    <p:cond delay="0"/>
                                  </p:stCondLst>
                                  <p:childTnLst>
                                    <p:animMotion origin="layout" path="M 5.55556E-7 0 L -0.35512 0 " pathEditMode="relative" rAng="0" ptsTypes="AA">
                                      <p:cBhvr>
                                        <p:cTn id="10" dur="2000" fill="hold"/>
                                        <p:tgtEl>
                                          <p:spTgt spid="8"/>
                                        </p:tgtEl>
                                        <p:attrNameLst>
                                          <p:attrName>ppt_x</p:attrName>
                                          <p:attrName>ppt_y</p:attrName>
                                        </p:attrNameLst>
                                      </p:cBhvr>
                                      <p:rCtr x="-17622" y="0"/>
                                    </p:animMotion>
                                  </p:childTnLst>
                                </p:cTn>
                              </p:par>
                              <p:par>
                                <p:cTn id="11" presetID="42" presetClass="path" presetSubtype="0" accel="50000" decel="50000" autoRev="1" fill="hold" nodeType="withEffect">
                                  <p:stCondLst>
                                    <p:cond delay="0"/>
                                  </p:stCondLst>
                                  <p:childTnLst>
                                    <p:animMotion origin="layout" path="M 4.72222E-6 -3.33333E-6 L 0.1776 0.30417 " pathEditMode="relative" rAng="0" ptsTypes="AA">
                                      <p:cBhvr>
                                        <p:cTn id="12" dur="2000" fill="hold"/>
                                        <p:tgtEl>
                                          <p:spTgt spid="12"/>
                                        </p:tgtEl>
                                        <p:attrNameLst>
                                          <p:attrName>ppt_x</p:attrName>
                                          <p:attrName>ppt_y</p:attrName>
                                        </p:attrNameLst>
                                      </p:cBhvr>
                                      <p:rCtr x="9193" y="152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B5C13FE-7EAE-508B-C72C-9CCC0DB831ED}"/>
              </a:ext>
            </a:extLst>
          </p:cNvPr>
          <p:cNvGrpSpPr/>
          <p:nvPr/>
        </p:nvGrpSpPr>
        <p:grpSpPr>
          <a:xfrm>
            <a:off x="7504201" y="991197"/>
            <a:ext cx="2986715" cy="3542187"/>
            <a:chOff x="2785023" y="1288883"/>
            <a:chExt cx="2986715" cy="3542187"/>
          </a:xfrm>
        </p:grpSpPr>
        <p:pic>
          <p:nvPicPr>
            <p:cNvPr id="2050" name="Picture 2">
              <a:extLst>
                <a:ext uri="{FF2B5EF4-FFF2-40B4-BE49-F238E27FC236}">
                  <a16:creationId xmlns:a16="http://schemas.microsoft.com/office/drawing/2014/main" id="{0C46FE84-7531-30A1-51FA-D8025C085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6522" y="1288883"/>
              <a:ext cx="2381250" cy="2343150"/>
            </a:xfrm>
            <a:prstGeom prst="rect">
              <a:avLst/>
            </a:prstGeom>
            <a:noFill/>
            <a:effectLst>
              <a:glow rad="292100">
                <a:schemeClr val="accent4">
                  <a:satMod val="175000"/>
                  <a:alpha val="34000"/>
                </a:schemeClr>
              </a:glo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3D270CB-8FB3-2C43-3727-79DE2288B829}"/>
                </a:ext>
              </a:extLst>
            </p:cNvPr>
            <p:cNvSpPr txBox="1"/>
            <p:nvPr/>
          </p:nvSpPr>
          <p:spPr>
            <a:xfrm>
              <a:off x="2785023" y="3753852"/>
              <a:ext cx="2986715" cy="1077218"/>
            </a:xfrm>
            <a:prstGeom prst="rect">
              <a:avLst/>
            </a:prstGeom>
            <a:noFill/>
          </p:spPr>
          <p:txBody>
            <a:bodyPr wrap="none" rtlCol="0">
              <a:spAutoFit/>
            </a:bodyPr>
            <a:lstStyle/>
            <a:p>
              <a:pPr algn="ctr"/>
              <a:r>
                <a:rPr lang="en-US" sz="3200" dirty="0"/>
                <a:t>SSH to remote </a:t>
              </a:r>
            </a:p>
            <a:p>
              <a:pPr algn="ctr"/>
              <a:r>
                <a:rPr lang="en-US" sz="3200" dirty="0"/>
                <a:t>machine</a:t>
              </a:r>
            </a:p>
          </p:txBody>
        </p:sp>
      </p:grpSp>
      <p:pic>
        <p:nvPicPr>
          <p:cNvPr id="7" name="Graphic 6">
            <a:extLst>
              <a:ext uri="{FF2B5EF4-FFF2-40B4-BE49-F238E27FC236}">
                <a16:creationId xmlns:a16="http://schemas.microsoft.com/office/drawing/2014/main" id="{7782E784-E715-527C-0344-D40A577A78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66946" y="494393"/>
            <a:ext cx="4038991" cy="4038991"/>
          </a:xfrm>
          <a:prstGeom prst="rect">
            <a:avLst/>
          </a:prstGeom>
        </p:spPr>
      </p:pic>
      <p:sp>
        <p:nvSpPr>
          <p:cNvPr id="8" name="TextBox 7">
            <a:extLst>
              <a:ext uri="{FF2B5EF4-FFF2-40B4-BE49-F238E27FC236}">
                <a16:creationId xmlns:a16="http://schemas.microsoft.com/office/drawing/2014/main" id="{E56B6EA8-DB9B-2D4A-C0FF-50D8D397E386}"/>
              </a:ext>
            </a:extLst>
          </p:cNvPr>
          <p:cNvSpPr txBox="1"/>
          <p:nvPr/>
        </p:nvSpPr>
        <p:spPr>
          <a:xfrm>
            <a:off x="12857467" y="3697089"/>
            <a:ext cx="3692036" cy="1077218"/>
          </a:xfrm>
          <a:prstGeom prst="rect">
            <a:avLst/>
          </a:prstGeom>
          <a:noFill/>
        </p:spPr>
        <p:txBody>
          <a:bodyPr wrap="none" rtlCol="0">
            <a:spAutoFit/>
          </a:bodyPr>
          <a:lstStyle/>
          <a:p>
            <a:pPr algn="ctr"/>
            <a:r>
              <a:rPr lang="en-US" sz="3200" dirty="0"/>
              <a:t>Start, Stop, Create,</a:t>
            </a:r>
          </a:p>
          <a:p>
            <a:pPr algn="ctr"/>
            <a:r>
              <a:rPr lang="en-US" sz="3200" dirty="0"/>
              <a:t>Revert a VM</a:t>
            </a:r>
          </a:p>
        </p:txBody>
      </p:sp>
      <p:pic>
        <p:nvPicPr>
          <p:cNvPr id="2052" name="Picture 4">
            <a:extLst>
              <a:ext uri="{FF2B5EF4-FFF2-40B4-BE49-F238E27FC236}">
                <a16:creationId xmlns:a16="http://schemas.microsoft.com/office/drawing/2014/main" id="{A51A7D19-EA48-9601-9234-21C87D7695A0}"/>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7135" b="89946" l="4419" r="95233">
                        <a14:foregroundMark x1="48256" y1="6595" x2="42674" y2="8865"/>
                        <a14:foregroundMark x1="42674" y1="8865" x2="42791" y2="11135"/>
                        <a14:foregroundMark x1="8837" y1="28865" x2="10814" y2="34486"/>
                        <a14:foregroundMark x1="10814" y1="34486" x2="15233" y2="27135"/>
                        <a14:foregroundMark x1="15233" y1="27135" x2="9651" y2="28108"/>
                        <a14:foregroundMark x1="9651" y1="45297" x2="4419" y2="50162"/>
                        <a14:foregroundMark x1="4419" y1="50162" x2="9884" y2="53730"/>
                        <a14:foregroundMark x1="9884" y1="53730" x2="12093" y2="47351"/>
                        <a14:foregroundMark x1="12093" y1="47351" x2="11860" y2="46919"/>
                        <a14:foregroundMark x1="56512" y1="88973" x2="50814" y2="86486"/>
                        <a14:foregroundMark x1="50814" y1="86486" x2="52093" y2="84973"/>
                        <a14:foregroundMark x1="95349" y1="46378" x2="95116" y2="40324"/>
                        <a14:foregroundMark x1="95116" y1="40324" x2="88023" y2="40541"/>
                        <a14:foregroundMark x1="88023" y1="40541" x2="87907" y2="48000"/>
                        <a14:foregroundMark x1="87907" y1="48000" x2="94651" y2="47784"/>
                        <a14:foregroundMark x1="94651" y1="47784" x2="95233" y2="46054"/>
                        <a14:foregroundMark x1="70233" y1="8541" x2="71860" y2="9730"/>
                        <a14:foregroundMark x1="51163" y1="4757" x2="43372" y2="6811"/>
                        <a14:foregroundMark x1="43372" y1="6811" x2="52093" y2="8000"/>
                        <a14:foregroundMark x1="52093" y1="8000" x2="52326" y2="7135"/>
                      </a14:backgroundRemoval>
                    </a14:imgEffect>
                  </a14:imgLayer>
                </a14:imgProps>
              </a:ext>
              <a:ext uri="{28A0092B-C50C-407E-A947-70E740481C1C}">
                <a14:useLocalDpi xmlns:a14="http://schemas.microsoft.com/office/drawing/2010/main" val="0"/>
              </a:ext>
            </a:extLst>
          </a:blip>
          <a:srcRect/>
          <a:stretch>
            <a:fillRect/>
          </a:stretch>
        </p:blipFill>
        <p:spPr bwMode="auto">
          <a:xfrm>
            <a:off x="13259542" y="5753616"/>
            <a:ext cx="2669521" cy="2871287"/>
          </a:xfrm>
          <a:prstGeom prst="rect">
            <a:avLst/>
          </a:prstGeom>
          <a:noFill/>
          <a:effectLst>
            <a:glow rad="266700">
              <a:schemeClr val="accent5">
                <a:satMod val="175000"/>
                <a:alpha val="45000"/>
              </a:schemeClr>
            </a:glo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D2A0FCD-49AE-A89A-2651-60D9075845C4}"/>
              </a:ext>
            </a:extLst>
          </p:cNvPr>
          <p:cNvSpPr txBox="1"/>
          <p:nvPr/>
        </p:nvSpPr>
        <p:spPr>
          <a:xfrm>
            <a:off x="13351817" y="8417703"/>
            <a:ext cx="2484976" cy="1077218"/>
          </a:xfrm>
          <a:prstGeom prst="rect">
            <a:avLst/>
          </a:prstGeom>
          <a:noFill/>
        </p:spPr>
        <p:txBody>
          <a:bodyPr wrap="none" rtlCol="0">
            <a:spAutoFit/>
          </a:bodyPr>
          <a:lstStyle/>
          <a:p>
            <a:pPr algn="ctr"/>
            <a:r>
              <a:rPr lang="en-US" sz="3200" dirty="0"/>
              <a:t>Start or Stop</a:t>
            </a:r>
          </a:p>
          <a:p>
            <a:pPr algn="ctr"/>
            <a:r>
              <a:rPr lang="en-US" sz="3200" dirty="0"/>
              <a:t>A service</a:t>
            </a:r>
          </a:p>
        </p:txBody>
      </p:sp>
      <p:pic>
        <p:nvPicPr>
          <p:cNvPr id="11" name="Graphic 10">
            <a:extLst>
              <a:ext uri="{FF2B5EF4-FFF2-40B4-BE49-F238E27FC236}">
                <a16:creationId xmlns:a16="http://schemas.microsoft.com/office/drawing/2014/main" id="{BDC4E014-D37E-175D-A5A0-1CBB81B8E8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99742" y="494393"/>
            <a:ext cx="3406035" cy="3406035"/>
          </a:xfrm>
          <a:prstGeom prst="rect">
            <a:avLst/>
          </a:prstGeom>
          <a:effectLst>
            <a:glow rad="203200">
              <a:schemeClr val="bg1">
                <a:alpha val="50000"/>
              </a:schemeClr>
            </a:glow>
          </a:effectLst>
        </p:spPr>
      </p:pic>
      <p:sp>
        <p:nvSpPr>
          <p:cNvPr id="12" name="TextBox 11">
            <a:extLst>
              <a:ext uri="{FF2B5EF4-FFF2-40B4-BE49-F238E27FC236}">
                <a16:creationId xmlns:a16="http://schemas.microsoft.com/office/drawing/2014/main" id="{820897A1-ED08-EAE9-94B0-6598C305D6D8}"/>
              </a:ext>
            </a:extLst>
          </p:cNvPr>
          <p:cNvSpPr txBox="1"/>
          <p:nvPr/>
        </p:nvSpPr>
        <p:spPr>
          <a:xfrm>
            <a:off x="1994736" y="3697089"/>
            <a:ext cx="2416046" cy="1077218"/>
          </a:xfrm>
          <a:prstGeom prst="rect">
            <a:avLst/>
          </a:prstGeom>
          <a:noFill/>
        </p:spPr>
        <p:txBody>
          <a:bodyPr wrap="none" rtlCol="0">
            <a:spAutoFit/>
          </a:bodyPr>
          <a:lstStyle/>
          <a:p>
            <a:pPr algn="ctr"/>
            <a:r>
              <a:rPr lang="en-US" sz="3200" dirty="0"/>
              <a:t>Configure a </a:t>
            </a:r>
          </a:p>
          <a:p>
            <a:pPr algn="ctr"/>
            <a:r>
              <a:rPr lang="en-US" sz="3200" dirty="0"/>
              <a:t>Database</a:t>
            </a:r>
          </a:p>
        </p:txBody>
      </p:sp>
      <p:pic>
        <p:nvPicPr>
          <p:cNvPr id="14" name="Graphic 13">
            <a:extLst>
              <a:ext uri="{FF2B5EF4-FFF2-40B4-BE49-F238E27FC236}">
                <a16:creationId xmlns:a16="http://schemas.microsoft.com/office/drawing/2014/main" id="{4107424C-5C68-6009-4D6F-CB31DBC196C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94222" y="5693433"/>
            <a:ext cx="2819382" cy="2819382"/>
          </a:xfrm>
          <a:prstGeom prst="rect">
            <a:avLst/>
          </a:prstGeom>
        </p:spPr>
      </p:pic>
      <p:sp>
        <p:nvSpPr>
          <p:cNvPr id="17" name="TextBox 16">
            <a:extLst>
              <a:ext uri="{FF2B5EF4-FFF2-40B4-BE49-F238E27FC236}">
                <a16:creationId xmlns:a16="http://schemas.microsoft.com/office/drawing/2014/main" id="{29B019CA-D35C-6778-480B-EFBCBEC77275}"/>
              </a:ext>
            </a:extLst>
          </p:cNvPr>
          <p:cNvSpPr txBox="1"/>
          <p:nvPr/>
        </p:nvSpPr>
        <p:spPr>
          <a:xfrm>
            <a:off x="1721422" y="8417703"/>
            <a:ext cx="2962671" cy="584775"/>
          </a:xfrm>
          <a:prstGeom prst="rect">
            <a:avLst/>
          </a:prstGeom>
          <a:noFill/>
        </p:spPr>
        <p:txBody>
          <a:bodyPr wrap="none" rtlCol="0">
            <a:spAutoFit/>
          </a:bodyPr>
          <a:lstStyle/>
          <a:p>
            <a:pPr algn="ctr"/>
            <a:r>
              <a:rPr lang="en-US" sz="3200" dirty="0"/>
              <a:t>Run a Program</a:t>
            </a:r>
          </a:p>
        </p:txBody>
      </p:sp>
      <p:pic>
        <p:nvPicPr>
          <p:cNvPr id="20" name="Graphic 19">
            <a:extLst>
              <a:ext uri="{FF2B5EF4-FFF2-40B4-BE49-F238E27FC236}">
                <a16:creationId xmlns:a16="http://schemas.microsoft.com/office/drawing/2014/main" id="{4C66270C-7351-A694-695C-F9BE8B50A0C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62268" y="5143500"/>
            <a:ext cx="3563463" cy="3563463"/>
          </a:xfrm>
          <a:prstGeom prst="rect">
            <a:avLst/>
          </a:prstGeom>
        </p:spPr>
      </p:pic>
      <p:sp>
        <p:nvSpPr>
          <p:cNvPr id="23" name="TextBox 22">
            <a:extLst>
              <a:ext uri="{FF2B5EF4-FFF2-40B4-BE49-F238E27FC236}">
                <a16:creationId xmlns:a16="http://schemas.microsoft.com/office/drawing/2014/main" id="{B542A0F1-626D-60AE-5141-7CFB4FCDE006}"/>
              </a:ext>
            </a:extLst>
          </p:cNvPr>
          <p:cNvSpPr txBox="1"/>
          <p:nvPr/>
        </p:nvSpPr>
        <p:spPr>
          <a:xfrm>
            <a:off x="7330351" y="8512815"/>
            <a:ext cx="3736920" cy="584775"/>
          </a:xfrm>
          <a:prstGeom prst="rect">
            <a:avLst/>
          </a:prstGeom>
          <a:noFill/>
        </p:spPr>
        <p:txBody>
          <a:bodyPr wrap="none" rtlCol="0">
            <a:spAutoFit/>
          </a:bodyPr>
          <a:lstStyle/>
          <a:p>
            <a:pPr algn="ctr"/>
            <a:r>
              <a:rPr lang="en-US" sz="3200" dirty="0"/>
              <a:t>Layout a Document</a:t>
            </a:r>
          </a:p>
        </p:txBody>
      </p:sp>
    </p:spTree>
    <p:extLst>
      <p:ext uri="{BB962C8B-B14F-4D97-AF65-F5344CB8AC3E}">
        <p14:creationId xmlns:p14="http://schemas.microsoft.com/office/powerpoint/2010/main" val="2809961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15298ABC-F611-1928-C1C8-43F46A3688A7}"/>
              </a:ext>
            </a:extLst>
          </p:cNvPr>
          <p:cNvGrpSpPr/>
          <p:nvPr/>
        </p:nvGrpSpPr>
        <p:grpSpPr>
          <a:xfrm>
            <a:off x="5796873" y="1314452"/>
            <a:ext cx="6694253" cy="6759630"/>
            <a:chOff x="11942919" y="-2658906"/>
            <a:chExt cx="3811113" cy="3848333"/>
          </a:xfrm>
        </p:grpSpPr>
        <p:pic>
          <p:nvPicPr>
            <p:cNvPr id="21" name="Graphic 20">
              <a:extLst>
                <a:ext uri="{FF2B5EF4-FFF2-40B4-BE49-F238E27FC236}">
                  <a16:creationId xmlns:a16="http://schemas.microsoft.com/office/drawing/2014/main" id="{2AA344CC-3916-BDF4-79A2-73593C6B7A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942919" y="-2658906"/>
              <a:ext cx="3811113" cy="3811113"/>
            </a:xfrm>
            <a:prstGeom prst="rect">
              <a:avLst/>
            </a:prstGeom>
          </p:spPr>
        </p:pic>
        <p:sp>
          <p:nvSpPr>
            <p:cNvPr id="22" name="TextBox 21">
              <a:extLst>
                <a:ext uri="{FF2B5EF4-FFF2-40B4-BE49-F238E27FC236}">
                  <a16:creationId xmlns:a16="http://schemas.microsoft.com/office/drawing/2014/main" id="{785B1C1F-E46F-8223-AB38-BDE989DDAF8A}"/>
                </a:ext>
              </a:extLst>
            </p:cNvPr>
            <p:cNvSpPr txBox="1"/>
            <p:nvPr/>
          </p:nvSpPr>
          <p:spPr>
            <a:xfrm>
              <a:off x="12418863" y="435978"/>
              <a:ext cx="2751694" cy="753449"/>
            </a:xfrm>
            <a:prstGeom prst="rect">
              <a:avLst/>
            </a:prstGeom>
            <a:noFill/>
          </p:spPr>
          <p:txBody>
            <a:bodyPr wrap="none" rtlCol="0">
              <a:spAutoFit/>
            </a:bodyPr>
            <a:lstStyle/>
            <a:p>
              <a:pPr algn="ctr"/>
              <a:r>
                <a:rPr lang="en-US" sz="4000" dirty="0"/>
                <a:t>Anything you can do</a:t>
              </a:r>
            </a:p>
            <a:p>
              <a:pPr algn="ctr"/>
              <a:r>
                <a:rPr lang="en-US" sz="4000" dirty="0"/>
                <a:t>From the Terminal</a:t>
              </a:r>
            </a:p>
          </p:txBody>
        </p:sp>
      </p:grpSp>
      <p:pic>
        <p:nvPicPr>
          <p:cNvPr id="3" name="Graphic 2">
            <a:extLst>
              <a:ext uri="{FF2B5EF4-FFF2-40B4-BE49-F238E27FC236}">
                <a16:creationId xmlns:a16="http://schemas.microsoft.com/office/drawing/2014/main" id="{DC921664-A86F-9497-AF12-4333759EF4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5583" y="663742"/>
            <a:ext cx="2989847" cy="3543522"/>
          </a:xfrm>
          <a:prstGeom prst="rect">
            <a:avLst/>
          </a:prstGeom>
          <a:effectLst>
            <a:glow rad="584200">
              <a:srgbClr val="7030A0">
                <a:alpha val="32000"/>
              </a:srgbClr>
            </a:glow>
          </a:effectLst>
        </p:spPr>
      </p:pic>
      <p:pic>
        <p:nvPicPr>
          <p:cNvPr id="3074" name="Picture 2" descr="Ubuntu logo">
            <a:extLst>
              <a:ext uri="{FF2B5EF4-FFF2-40B4-BE49-F238E27FC236}">
                <a16:creationId xmlns:a16="http://schemas.microsoft.com/office/drawing/2014/main" id="{AF2C19F3-5B3B-EECD-AFD8-1760A24C155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884" r="16952" b="36771"/>
          <a:stretch>
            <a:fillRect/>
          </a:stretch>
        </p:blipFill>
        <p:spPr bwMode="auto">
          <a:xfrm>
            <a:off x="0" y="6749715"/>
            <a:ext cx="2369961" cy="222584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Fedora Logo PNG Vector SVG AI EPS CDR">
            <a:extLst>
              <a:ext uri="{FF2B5EF4-FFF2-40B4-BE49-F238E27FC236}">
                <a16:creationId xmlns:a16="http://schemas.microsoft.com/office/drawing/2014/main" id="{F61AAC7E-A6F3-FC87-1DEA-DB21D8C333A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4827" r="65790" b="33347"/>
          <a:stretch>
            <a:fillRect/>
          </a:stretch>
        </p:blipFill>
        <p:spPr bwMode="auto">
          <a:xfrm>
            <a:off x="3212540" y="6518907"/>
            <a:ext cx="3140605" cy="292166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90719794-0D42-C083-476E-3239A40F6102}"/>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5159" b="90873" l="10000" r="90000">
                        <a14:foregroundMark x1="45465" y1="22024" x2="47093" y2="31349"/>
                        <a14:foregroundMark x1="61300" y1="37596" x2="58372" y2="33135"/>
                        <a14:foregroundMark x1="61628" y1="38095" x2="61447" y2="37820"/>
                        <a14:foregroundMark x1="30698" y1="10714" x2="25709" y2="8625"/>
                        <a14:foregroundMark x1="64419" y1="88095" x2="64767" y2="90873"/>
                        <a14:foregroundMark x1="69302" y1="84127" x2="69186" y2="83333"/>
                        <a14:backgroundMark x1="24651" y1="5357" x2="15116" y2="1389"/>
                        <a14:backgroundMark x1="52907" y1="22421" x2="65116" y2="33730"/>
                        <a14:backgroundMark x1="62558" y1="42659" x2="62326" y2="42063"/>
                      </a14:backgroundRemoval>
                    </a14:imgEffect>
                  </a14:imgLayer>
                </a14:imgProps>
              </a:ext>
              <a:ext uri="{28A0092B-C50C-407E-A947-70E740481C1C}">
                <a14:useLocalDpi xmlns:a14="http://schemas.microsoft.com/office/drawing/2010/main" val="0"/>
              </a:ext>
            </a:extLst>
          </a:blip>
          <a:srcRect/>
          <a:stretch>
            <a:fillRect/>
          </a:stretch>
        </p:blipFill>
        <p:spPr bwMode="auto">
          <a:xfrm>
            <a:off x="379465" y="5143500"/>
            <a:ext cx="4693850" cy="2750815"/>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0846C052-147B-B613-16AF-CC07CD4C0722}"/>
              </a:ext>
            </a:extLst>
          </p:cNvPr>
          <p:cNvGrpSpPr/>
          <p:nvPr/>
        </p:nvGrpSpPr>
        <p:grpSpPr>
          <a:xfrm>
            <a:off x="13214684" y="649927"/>
            <a:ext cx="3557337" cy="3719263"/>
            <a:chOff x="13214684" y="649927"/>
            <a:chExt cx="3557337" cy="3719263"/>
          </a:xfrm>
        </p:grpSpPr>
        <p:pic>
          <p:nvPicPr>
            <p:cNvPr id="5" name="Picture 4">
              <a:extLst>
                <a:ext uri="{FF2B5EF4-FFF2-40B4-BE49-F238E27FC236}">
                  <a16:creationId xmlns:a16="http://schemas.microsoft.com/office/drawing/2014/main" id="{90F4E3C3-E2E4-4E61-A358-C69585F7D02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214684" y="649927"/>
              <a:ext cx="3557337" cy="3557337"/>
            </a:xfrm>
            <a:prstGeom prst="rect">
              <a:avLst/>
            </a:prstGeom>
          </p:spPr>
        </p:pic>
        <p:sp>
          <p:nvSpPr>
            <p:cNvPr id="13" name="TextBox 12">
              <a:extLst>
                <a:ext uri="{FF2B5EF4-FFF2-40B4-BE49-F238E27FC236}">
                  <a16:creationId xmlns:a16="http://schemas.microsoft.com/office/drawing/2014/main" id="{7DEE70CC-3D51-451E-A058-484A6DAB30B2}"/>
                </a:ext>
              </a:extLst>
            </p:cNvPr>
            <p:cNvSpPr txBox="1"/>
            <p:nvPr/>
          </p:nvSpPr>
          <p:spPr>
            <a:xfrm>
              <a:off x="13680910" y="3784415"/>
              <a:ext cx="2190023" cy="584775"/>
            </a:xfrm>
            <a:prstGeom prst="rect">
              <a:avLst/>
            </a:prstGeom>
            <a:noFill/>
          </p:spPr>
          <p:txBody>
            <a:bodyPr wrap="none" rtlCol="0">
              <a:spAutoFit/>
            </a:bodyPr>
            <a:lstStyle/>
            <a:p>
              <a:pPr algn="ctr"/>
              <a:r>
                <a:rPr lang="en-US" sz="3200" dirty="0" err="1"/>
                <a:t>Powershell</a:t>
              </a:r>
              <a:endParaRPr lang="en-US" sz="3200" dirty="0"/>
            </a:p>
          </p:txBody>
        </p:sp>
      </p:grpSp>
      <p:grpSp>
        <p:nvGrpSpPr>
          <p:cNvPr id="16" name="Group 15">
            <a:extLst>
              <a:ext uri="{FF2B5EF4-FFF2-40B4-BE49-F238E27FC236}">
                <a16:creationId xmlns:a16="http://schemas.microsoft.com/office/drawing/2014/main" id="{52A87C9D-E3C7-C4C8-0CEB-29680C985D42}"/>
              </a:ext>
            </a:extLst>
          </p:cNvPr>
          <p:cNvGrpSpPr/>
          <p:nvPr/>
        </p:nvGrpSpPr>
        <p:grpSpPr>
          <a:xfrm>
            <a:off x="13380684" y="5494962"/>
            <a:ext cx="3225335" cy="3945614"/>
            <a:chOff x="13380684" y="5494962"/>
            <a:chExt cx="3225335" cy="3945614"/>
          </a:xfrm>
        </p:grpSpPr>
        <p:pic>
          <p:nvPicPr>
            <p:cNvPr id="7" name="Picture 6">
              <a:extLst>
                <a:ext uri="{FF2B5EF4-FFF2-40B4-BE49-F238E27FC236}">
                  <a16:creationId xmlns:a16="http://schemas.microsoft.com/office/drawing/2014/main" id="{DB37E35F-FEC3-038C-6F89-81DA919C6E3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380684" y="5494962"/>
              <a:ext cx="3225335" cy="3228564"/>
            </a:xfrm>
            <a:prstGeom prst="rect">
              <a:avLst/>
            </a:prstGeom>
          </p:spPr>
        </p:pic>
        <p:sp>
          <p:nvSpPr>
            <p:cNvPr id="14" name="TextBox 13">
              <a:extLst>
                <a:ext uri="{FF2B5EF4-FFF2-40B4-BE49-F238E27FC236}">
                  <a16:creationId xmlns:a16="http://schemas.microsoft.com/office/drawing/2014/main" id="{C425F9B2-4B69-5A7F-B9C8-CE2CBF492FA0}"/>
                </a:ext>
              </a:extLst>
            </p:cNvPr>
            <p:cNvSpPr txBox="1"/>
            <p:nvPr/>
          </p:nvSpPr>
          <p:spPr>
            <a:xfrm>
              <a:off x="14114747" y="8855801"/>
              <a:ext cx="1757212" cy="584775"/>
            </a:xfrm>
            <a:prstGeom prst="rect">
              <a:avLst/>
            </a:prstGeom>
            <a:noFill/>
          </p:spPr>
          <p:txBody>
            <a:bodyPr wrap="none" rtlCol="0">
              <a:spAutoFit/>
            </a:bodyPr>
            <a:lstStyle/>
            <a:p>
              <a:pPr algn="ctr"/>
              <a:r>
                <a:rPr lang="en-US" sz="3200" dirty="0"/>
                <a:t>Git Bash</a:t>
              </a:r>
            </a:p>
          </p:txBody>
        </p:sp>
      </p:grpSp>
      <p:sp>
        <p:nvSpPr>
          <p:cNvPr id="12" name="TextBox 11">
            <a:extLst>
              <a:ext uri="{FF2B5EF4-FFF2-40B4-BE49-F238E27FC236}">
                <a16:creationId xmlns:a16="http://schemas.microsoft.com/office/drawing/2014/main" id="{4E5F4A14-F053-113A-18E5-B3FD00AFDD1C}"/>
              </a:ext>
            </a:extLst>
          </p:cNvPr>
          <p:cNvSpPr txBox="1"/>
          <p:nvPr/>
        </p:nvSpPr>
        <p:spPr>
          <a:xfrm>
            <a:off x="1129103" y="4369190"/>
            <a:ext cx="3462807" cy="707886"/>
          </a:xfrm>
          <a:prstGeom prst="rect">
            <a:avLst/>
          </a:prstGeom>
          <a:noFill/>
        </p:spPr>
        <p:txBody>
          <a:bodyPr wrap="none" rtlCol="0">
            <a:spAutoFit/>
          </a:bodyPr>
          <a:lstStyle/>
          <a:p>
            <a:pPr algn="ctr"/>
            <a:r>
              <a:rPr lang="en-US" sz="4000" dirty="0"/>
              <a:t>Linux via WSL</a:t>
            </a:r>
          </a:p>
        </p:txBody>
      </p:sp>
    </p:spTree>
    <p:extLst>
      <p:ext uri="{BB962C8B-B14F-4D97-AF65-F5344CB8AC3E}">
        <p14:creationId xmlns:p14="http://schemas.microsoft.com/office/powerpoint/2010/main" val="3616637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EFFC06-36C9-E56C-35C2-F9F327812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263" y="0"/>
            <a:ext cx="18479640" cy="10287000"/>
          </a:xfrm>
          <a:prstGeom prst="rect">
            <a:avLst/>
          </a:prstGeom>
        </p:spPr>
      </p:pic>
    </p:spTree>
    <p:extLst>
      <p:ext uri="{BB962C8B-B14F-4D97-AF65-F5344CB8AC3E}">
        <p14:creationId xmlns:p14="http://schemas.microsoft.com/office/powerpoint/2010/main" val="3715499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388E44-DC86-5016-B66A-078B78319774}"/>
              </a:ext>
            </a:extLst>
          </p:cNvPr>
          <p:cNvPicPr>
            <a:picLocks noChangeAspect="1"/>
          </p:cNvPicPr>
          <p:nvPr/>
        </p:nvPicPr>
        <p:blipFill>
          <a:blip r:embed="rId2">
            <a:extLst>
              <a:ext uri="{28A0092B-C50C-407E-A947-70E740481C1C}">
                <a14:useLocalDpi xmlns:a14="http://schemas.microsoft.com/office/drawing/2010/main" val="0"/>
              </a:ext>
            </a:extLst>
          </a:blip>
          <a:srcRect r="2602"/>
          <a:stretch>
            <a:fillRect/>
          </a:stretch>
        </p:blipFill>
        <p:spPr>
          <a:xfrm>
            <a:off x="1" y="19050"/>
            <a:ext cx="18288000" cy="10248900"/>
          </a:xfrm>
          <a:prstGeom prst="rect">
            <a:avLst/>
          </a:prstGeom>
        </p:spPr>
      </p:pic>
    </p:spTree>
    <p:extLst>
      <p:ext uri="{BB962C8B-B14F-4D97-AF65-F5344CB8AC3E}">
        <p14:creationId xmlns:p14="http://schemas.microsoft.com/office/powerpoint/2010/main" val="3698032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Matrix movie still">
            <a:extLst>
              <a:ext uri="{FF2B5EF4-FFF2-40B4-BE49-F238E27FC236}">
                <a16:creationId xmlns:a16="http://schemas.microsoft.com/office/drawing/2014/main" id="{AFC89CAC-B9C5-D8BF-DB23-A09B04A9061C}"/>
              </a:ext>
            </a:extLst>
          </p:cNvPr>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t="7813" b="8125"/>
          <a:stretch>
            <a:fillRect/>
          </a:stretch>
        </p:blipFill>
        <p:spPr bwMode="auto">
          <a:xfrm>
            <a:off x="0" y="0"/>
            <a:ext cx="18288000" cy="102489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9625B66-7025-4D68-B27F-1127C113537C}"/>
              </a:ext>
            </a:extLst>
          </p:cNvPr>
          <p:cNvSpPr txBox="1"/>
          <p:nvPr/>
        </p:nvSpPr>
        <p:spPr>
          <a:xfrm>
            <a:off x="8554100" y="836079"/>
            <a:ext cx="8468531" cy="8916928"/>
          </a:xfrm>
          <a:prstGeom prst="rect">
            <a:avLst/>
          </a:prstGeom>
          <a:solidFill>
            <a:schemeClr val="bg1">
              <a:alpha val="72941"/>
            </a:schemeClr>
          </a:solidFill>
          <a:ln w="76200">
            <a:solidFill>
              <a:schemeClr val="bg1"/>
            </a:solidFill>
          </a:ln>
        </p:spPr>
        <p:txBody>
          <a:bodyPr wrap="square" rtlCol="0">
            <a:spAutoFit/>
          </a:bodyPr>
          <a:lstStyle/>
          <a:p>
            <a:pPr marL="457200" indent="-457200">
              <a:lnSpc>
                <a:spcPct val="120000"/>
              </a:lnSpc>
              <a:buFont typeface="Arial" panose="020B0604020202020204" pitchFamily="34" charset="0"/>
              <a:buChar char="•"/>
            </a:pPr>
            <a:r>
              <a:rPr lang="en-US" sz="3200" dirty="0"/>
              <a:t>Terminals</a:t>
            </a:r>
          </a:p>
          <a:p>
            <a:pPr marL="914400" lvl="1" indent="-457200">
              <a:lnSpc>
                <a:spcPct val="120000"/>
              </a:lnSpc>
              <a:buFont typeface="Arial" panose="020B0604020202020204" pitchFamily="34" charset="0"/>
              <a:buChar char="•"/>
            </a:pPr>
            <a:r>
              <a:rPr lang="en-US" sz="3200" dirty="0"/>
              <a:t>Microsoft’s </a:t>
            </a:r>
            <a:r>
              <a:rPr lang="en-US" sz="3200" dirty="0">
                <a:solidFill>
                  <a:srgbClr val="EEF6FC"/>
                </a:solidFill>
                <a:hlinkClick r:id="rId3">
                  <a:extLst>
                    <a:ext uri="{A12FA001-AC4F-418D-AE19-62706E023703}">
                      <ahyp:hlinkClr xmlns:ahyp="http://schemas.microsoft.com/office/drawing/2018/hyperlinkcolor" val="tx"/>
                    </a:ext>
                  </a:extLst>
                </a:hlinkClick>
              </a:rPr>
              <a:t>github.com/microsoft/</a:t>
            </a:r>
            <a:r>
              <a:rPr lang="en-US" sz="3200" dirty="0">
                <a:hlinkClick r:id="rId3">
                  <a:extLst>
                    <a:ext uri="{A12FA001-AC4F-418D-AE19-62706E023703}">
                      <ahyp:hlinkClr xmlns:ahyp="http://schemas.microsoft.com/office/drawing/2018/hyperlinkcolor" val="tx"/>
                    </a:ext>
                  </a:extLst>
                </a:hlinkClick>
              </a:rPr>
              <a:t>terminal</a:t>
            </a:r>
            <a:r>
              <a:rPr lang="en-US" sz="3200" dirty="0"/>
              <a:t> </a:t>
            </a:r>
          </a:p>
          <a:p>
            <a:pPr marL="914400" lvl="1" indent="-457200">
              <a:lnSpc>
                <a:spcPct val="120000"/>
              </a:lnSpc>
              <a:buFont typeface="Arial" panose="020B0604020202020204" pitchFamily="34" charset="0"/>
              <a:buChar char="•"/>
            </a:pPr>
            <a:r>
              <a:rPr lang="en-US" sz="3200" dirty="0"/>
              <a:t>Cross-platform </a:t>
            </a:r>
            <a:r>
              <a:rPr lang="en-US" sz="3200" dirty="0">
                <a:solidFill>
                  <a:srgbClr val="EEF6FC"/>
                </a:solidFill>
                <a:hlinkClick r:id="rId4">
                  <a:extLst>
                    <a:ext uri="{A12FA001-AC4F-418D-AE19-62706E023703}">
                      <ahyp:hlinkClr xmlns:ahyp="http://schemas.microsoft.com/office/drawing/2018/hyperlinkcolor" val="tx"/>
                    </a:ext>
                  </a:extLst>
                </a:hlinkClick>
              </a:rPr>
              <a:t>wezterm</a:t>
            </a:r>
            <a:r>
              <a:rPr lang="en-US" sz="3200" dirty="0">
                <a:hlinkClick r:id="rId4">
                  <a:extLst>
                    <a:ext uri="{A12FA001-AC4F-418D-AE19-62706E023703}">
                      <ahyp:hlinkClr xmlns:ahyp="http://schemas.microsoft.com/office/drawing/2018/hyperlinkcolor" val="tx"/>
                    </a:ext>
                  </a:extLst>
                </a:hlinkClick>
              </a:rPr>
              <a:t>.org</a:t>
            </a:r>
            <a:endParaRPr lang="en-US" sz="3200" dirty="0"/>
          </a:p>
          <a:p>
            <a:pPr marL="457200" indent="-457200">
              <a:lnSpc>
                <a:spcPct val="120000"/>
              </a:lnSpc>
              <a:buFont typeface="Arial" panose="020B0604020202020204" pitchFamily="34" charset="0"/>
              <a:buChar char="•"/>
            </a:pPr>
            <a:r>
              <a:rPr lang="en-US" sz="3200" dirty="0"/>
              <a:t>PowerShell 7 </a:t>
            </a:r>
          </a:p>
          <a:p>
            <a:pPr marL="914400" lvl="1" indent="-457200">
              <a:lnSpc>
                <a:spcPct val="120000"/>
              </a:lnSpc>
              <a:buFont typeface="Arial" panose="020B0604020202020204" pitchFamily="34" charset="0"/>
              <a:buChar char="•"/>
            </a:pPr>
            <a:r>
              <a:rPr lang="en-US" sz="3200" dirty="0">
                <a:solidFill>
                  <a:srgbClr val="EEF6FC"/>
                </a:solidFill>
                <a:hlinkClick r:id="rId5">
                  <a:extLst>
                    <a:ext uri="{A12FA001-AC4F-418D-AE19-62706E023703}">
                      <ahyp:hlinkClr xmlns:ahyp="http://schemas.microsoft.com/office/drawing/2018/hyperlinkcolor" val="tx"/>
                    </a:ext>
                  </a:extLst>
                </a:hlinkClick>
              </a:rPr>
              <a:t>github.com/PowerShell/</a:t>
            </a:r>
            <a:r>
              <a:rPr lang="en-US" sz="3200" b="1" dirty="0">
                <a:hlinkClick r:id="rId5">
                  <a:extLst>
                    <a:ext uri="{A12FA001-AC4F-418D-AE19-62706E023703}">
                      <ahyp:hlinkClr xmlns:ahyp="http://schemas.microsoft.com/office/drawing/2018/hyperlinkcolor" val="tx"/>
                    </a:ext>
                  </a:extLst>
                </a:hlinkClick>
              </a:rPr>
              <a:t>PowerShell</a:t>
            </a:r>
            <a:r>
              <a:rPr lang="en-US" sz="3200" b="1" dirty="0"/>
              <a:t> </a:t>
            </a:r>
          </a:p>
          <a:p>
            <a:pPr marL="914400" lvl="1" indent="-457200">
              <a:lnSpc>
                <a:spcPct val="120000"/>
              </a:lnSpc>
              <a:buFont typeface="Arial" panose="020B0604020202020204" pitchFamily="34" charset="0"/>
              <a:buChar char="•"/>
            </a:pPr>
            <a:r>
              <a:rPr lang="en-US" sz="3200" b="1" dirty="0">
                <a:solidFill>
                  <a:srgbClr val="EEF6FC"/>
                </a:solidFill>
                <a:hlinkClick r:id="rId6">
                  <a:extLst>
                    <a:ext uri="{A12FA001-AC4F-418D-AE19-62706E023703}">
                      <ahyp:hlinkClr xmlns:ahyp="http://schemas.microsoft.com/office/drawing/2018/hyperlinkcolor" val="tx"/>
                    </a:ext>
                  </a:extLst>
                </a:hlinkClick>
              </a:rPr>
              <a:t>learn</a:t>
            </a:r>
            <a:r>
              <a:rPr lang="en-US" sz="3200" dirty="0">
                <a:solidFill>
                  <a:srgbClr val="EEF6FC"/>
                </a:solidFill>
                <a:hlinkClick r:id="rId6">
                  <a:extLst>
                    <a:ext uri="{A12FA001-AC4F-418D-AE19-62706E023703}">
                      <ahyp:hlinkClr xmlns:ahyp="http://schemas.microsoft.com/office/drawing/2018/hyperlinkcolor" val="tx"/>
                    </a:ext>
                  </a:extLst>
                </a:hlinkClick>
              </a:rPr>
              <a:t>.microsoft.com/</a:t>
            </a:r>
            <a:r>
              <a:rPr lang="en-US" sz="3200" dirty="0" err="1">
                <a:solidFill>
                  <a:srgbClr val="EEF6FC"/>
                </a:solidFill>
                <a:hlinkClick r:id="rId6">
                  <a:extLst>
                    <a:ext uri="{A12FA001-AC4F-418D-AE19-62706E023703}">
                      <ahyp:hlinkClr xmlns:ahyp="http://schemas.microsoft.com/office/drawing/2018/hyperlinkcolor" val="tx"/>
                    </a:ext>
                  </a:extLst>
                </a:hlinkClick>
              </a:rPr>
              <a:t>powershell</a:t>
            </a:r>
            <a:r>
              <a:rPr lang="en-US" sz="3200" dirty="0">
                <a:solidFill>
                  <a:srgbClr val="EEF6FC"/>
                </a:solidFill>
                <a:hlinkClick r:id="rId6">
                  <a:extLst>
                    <a:ext uri="{A12FA001-AC4F-418D-AE19-62706E023703}">
                      <ahyp:hlinkClr xmlns:ahyp="http://schemas.microsoft.com/office/drawing/2018/hyperlinkcolor" val="tx"/>
                    </a:ext>
                  </a:extLst>
                </a:hlinkClick>
              </a:rPr>
              <a:t>/</a:t>
            </a:r>
            <a:r>
              <a:rPr lang="en-US" sz="3200" dirty="0">
                <a:hlinkClick r:id="rId6">
                  <a:extLst>
                    <a:ext uri="{A12FA001-AC4F-418D-AE19-62706E023703}">
                      <ahyp:hlinkClr xmlns:ahyp="http://schemas.microsoft.com/office/drawing/2018/hyperlinkcolor" val="tx"/>
                    </a:ext>
                  </a:extLst>
                </a:hlinkClick>
              </a:rPr>
              <a:t>scripting</a:t>
            </a:r>
            <a:r>
              <a:rPr lang="en-US" sz="3200" dirty="0"/>
              <a:t> </a:t>
            </a:r>
          </a:p>
          <a:p>
            <a:pPr marL="457200" indent="-457200">
              <a:lnSpc>
                <a:spcPct val="120000"/>
              </a:lnSpc>
              <a:buFont typeface="Arial" panose="020B0604020202020204" pitchFamily="34" charset="0"/>
              <a:buChar char="•"/>
            </a:pPr>
            <a:r>
              <a:rPr lang="en-US" sz="3200" dirty="0"/>
              <a:t>Git Bash</a:t>
            </a:r>
            <a:r>
              <a:rPr lang="en-US" sz="3200" b="1" dirty="0"/>
              <a:t> </a:t>
            </a:r>
            <a:r>
              <a:rPr lang="en-US" sz="3200" dirty="0">
                <a:solidFill>
                  <a:srgbClr val="EEF6FC"/>
                </a:solidFill>
                <a:hlinkClick r:id="rId7">
                  <a:extLst>
                    <a:ext uri="{A12FA001-AC4F-418D-AE19-62706E023703}">
                      <ahyp:hlinkClr xmlns:ahyp="http://schemas.microsoft.com/office/drawing/2018/hyperlinkcolor" val="tx"/>
                    </a:ext>
                  </a:extLst>
                </a:hlinkClick>
              </a:rPr>
              <a:t>gitforwindows.</a:t>
            </a:r>
            <a:r>
              <a:rPr lang="en-US" sz="3200" dirty="0">
                <a:hlinkClick r:id="rId7">
                  <a:extLst>
                    <a:ext uri="{A12FA001-AC4F-418D-AE19-62706E023703}">
                      <ahyp:hlinkClr xmlns:ahyp="http://schemas.microsoft.com/office/drawing/2018/hyperlinkcolor" val="tx"/>
                    </a:ext>
                  </a:extLst>
                </a:hlinkClick>
              </a:rPr>
              <a:t>org</a:t>
            </a:r>
            <a:r>
              <a:rPr lang="en-US" sz="3200" dirty="0"/>
              <a:t> </a:t>
            </a:r>
          </a:p>
          <a:p>
            <a:pPr marL="457200" indent="-457200">
              <a:lnSpc>
                <a:spcPct val="120000"/>
              </a:lnSpc>
              <a:buFont typeface="Arial" panose="020B0604020202020204" pitchFamily="34" charset="0"/>
              <a:buChar char="•"/>
            </a:pPr>
            <a:r>
              <a:rPr lang="en-US" sz="3200" dirty="0"/>
              <a:t>TUI Editors</a:t>
            </a:r>
          </a:p>
          <a:p>
            <a:pPr marL="914400" lvl="1" indent="-457200">
              <a:lnSpc>
                <a:spcPct val="120000"/>
              </a:lnSpc>
              <a:buFont typeface="Arial" panose="020B0604020202020204" pitchFamily="34" charset="0"/>
              <a:buChar char="•"/>
            </a:pPr>
            <a:r>
              <a:rPr lang="en-US" sz="3200" dirty="0">
                <a:solidFill>
                  <a:srgbClr val="EEF6FC"/>
                </a:solidFill>
                <a:hlinkClick r:id="rId8">
                  <a:extLst>
                    <a:ext uri="{A12FA001-AC4F-418D-AE19-62706E023703}">
                      <ahyp:hlinkClr xmlns:ahyp="http://schemas.microsoft.com/office/drawing/2018/hyperlinkcolor" val="tx"/>
                    </a:ext>
                  </a:extLst>
                </a:hlinkClick>
              </a:rPr>
              <a:t>github.com/microsoft/</a:t>
            </a:r>
            <a:r>
              <a:rPr lang="en-US" sz="3200" b="1" dirty="0">
                <a:hlinkClick r:id="rId8">
                  <a:extLst>
                    <a:ext uri="{A12FA001-AC4F-418D-AE19-62706E023703}">
                      <ahyp:hlinkClr xmlns:ahyp="http://schemas.microsoft.com/office/drawing/2018/hyperlinkcolor" val="tx"/>
                    </a:ext>
                  </a:extLst>
                </a:hlinkClick>
              </a:rPr>
              <a:t>edit</a:t>
            </a:r>
            <a:r>
              <a:rPr lang="en-US" sz="3200" b="1" dirty="0"/>
              <a:t> </a:t>
            </a:r>
          </a:p>
          <a:p>
            <a:pPr marL="914400" lvl="1" indent="-457200">
              <a:lnSpc>
                <a:spcPct val="120000"/>
              </a:lnSpc>
              <a:buFont typeface="Arial" panose="020B0604020202020204" pitchFamily="34" charset="0"/>
              <a:buChar char="•"/>
            </a:pPr>
            <a:r>
              <a:rPr lang="en-US" sz="3200" dirty="0" err="1">
                <a:solidFill>
                  <a:srgbClr val="EEF6FC"/>
                </a:solidFill>
                <a:hlinkClick r:id="rId9">
                  <a:extLst>
                    <a:ext uri="{A12FA001-AC4F-418D-AE19-62706E023703}">
                      <ahyp:hlinkClr xmlns:ahyp="http://schemas.microsoft.com/office/drawing/2018/hyperlinkcolor" val="tx"/>
                    </a:ext>
                  </a:extLst>
                </a:hlinkClick>
              </a:rPr>
              <a:t>get</a:t>
            </a:r>
            <a:r>
              <a:rPr lang="en-US" sz="3200" b="1" dirty="0" err="1">
                <a:solidFill>
                  <a:srgbClr val="EEF6FC"/>
                </a:solidFill>
                <a:hlinkClick r:id="rId9">
                  <a:extLst>
                    <a:ext uri="{A12FA001-AC4F-418D-AE19-62706E023703}">
                      <ahyp:hlinkClr xmlns:ahyp="http://schemas.microsoft.com/office/drawing/2018/hyperlinkcolor" val="tx"/>
                    </a:ext>
                  </a:extLst>
                </a:hlinkClick>
              </a:rPr>
              <a:t>Fresh</a:t>
            </a:r>
            <a:r>
              <a:rPr lang="en-US" sz="2800" dirty="0" err="1">
                <a:solidFill>
                  <a:srgbClr val="EEF6FC"/>
                </a:solidFill>
                <a:hlinkClick r:id="rId9">
                  <a:extLst>
                    <a:ext uri="{A12FA001-AC4F-418D-AE19-62706E023703}">
                      <ahyp:hlinkClr xmlns:ahyp="http://schemas.microsoft.com/office/drawing/2018/hyperlinkcolor" val="tx"/>
                    </a:ext>
                  </a:extLst>
                </a:hlinkClick>
              </a:rPr>
              <a:t>.</a:t>
            </a:r>
            <a:r>
              <a:rPr lang="en-US" sz="2800" dirty="0" err="1">
                <a:hlinkClick r:id="rId9">
                  <a:extLst>
                    <a:ext uri="{A12FA001-AC4F-418D-AE19-62706E023703}">
                      <ahyp:hlinkClr xmlns:ahyp="http://schemas.microsoft.com/office/drawing/2018/hyperlinkcolor" val="tx"/>
                    </a:ext>
                  </a:extLst>
                </a:hlinkClick>
              </a:rPr>
              <a:t>dev</a:t>
            </a:r>
            <a:r>
              <a:rPr lang="en-US" sz="2800" dirty="0"/>
              <a:t> </a:t>
            </a:r>
            <a:endParaRPr lang="en-US" sz="3200" dirty="0"/>
          </a:p>
          <a:p>
            <a:pPr marL="914400" lvl="1" indent="-457200">
              <a:lnSpc>
                <a:spcPct val="120000"/>
              </a:lnSpc>
              <a:buFont typeface="Arial" panose="020B0604020202020204" pitchFamily="34" charset="0"/>
              <a:buChar char="•"/>
            </a:pPr>
            <a:r>
              <a:rPr lang="en-US" sz="2800" dirty="0">
                <a:solidFill>
                  <a:srgbClr val="EEF6FC"/>
                </a:solidFill>
                <a:hlinkClick r:id="rId10">
                  <a:extLst>
                    <a:ext uri="{A12FA001-AC4F-418D-AE19-62706E023703}">
                      <ahyp:hlinkClr xmlns:ahyp="http://schemas.microsoft.com/office/drawing/2018/hyperlinkcolor" val="tx"/>
                    </a:ext>
                  </a:extLst>
                </a:hlinkClick>
              </a:rPr>
              <a:t>github.com/sharkdp/</a:t>
            </a:r>
            <a:r>
              <a:rPr lang="en-US" sz="3200" b="1" dirty="0">
                <a:hlinkClick r:id="rId10">
                  <a:extLst>
                    <a:ext uri="{A12FA001-AC4F-418D-AE19-62706E023703}">
                      <ahyp:hlinkClr xmlns:ahyp="http://schemas.microsoft.com/office/drawing/2018/hyperlinkcolor" val="tx"/>
                    </a:ext>
                  </a:extLst>
                </a:hlinkClick>
              </a:rPr>
              <a:t>bat</a:t>
            </a:r>
            <a:r>
              <a:rPr lang="en-US" sz="3200" dirty="0"/>
              <a:t> </a:t>
            </a:r>
          </a:p>
          <a:p>
            <a:pPr marL="457200" indent="-457200">
              <a:lnSpc>
                <a:spcPct val="120000"/>
              </a:lnSpc>
              <a:buFont typeface="Arial" panose="020B0604020202020204" pitchFamily="34" charset="0"/>
              <a:buChar char="•"/>
            </a:pPr>
            <a:r>
              <a:rPr lang="en-US" sz="3200" dirty="0"/>
              <a:t>PowerShell Upgrades</a:t>
            </a:r>
          </a:p>
          <a:p>
            <a:pPr marL="914400" lvl="1" indent="-457200">
              <a:lnSpc>
                <a:spcPct val="120000"/>
              </a:lnSpc>
              <a:buFont typeface="Arial" panose="020B0604020202020204" pitchFamily="34" charset="0"/>
              <a:buChar char="•"/>
            </a:pPr>
            <a:r>
              <a:rPr lang="en-US" sz="3200" dirty="0" err="1">
                <a:solidFill>
                  <a:srgbClr val="EEF6FC"/>
                </a:solidFill>
                <a:hlinkClick r:id="rId11">
                  <a:extLst>
                    <a:ext uri="{A12FA001-AC4F-418D-AE19-62706E023703}">
                      <ahyp:hlinkClr xmlns:ahyp="http://schemas.microsoft.com/office/drawing/2018/hyperlinkcolor" val="tx"/>
                    </a:ext>
                  </a:extLst>
                </a:hlinkClick>
              </a:rPr>
              <a:t>OhMyPosh.</a:t>
            </a:r>
            <a:r>
              <a:rPr lang="en-US" sz="3200" dirty="0" err="1">
                <a:hlinkClick r:id="rId11">
                  <a:extLst>
                    <a:ext uri="{A12FA001-AC4F-418D-AE19-62706E023703}">
                      <ahyp:hlinkClr xmlns:ahyp="http://schemas.microsoft.com/office/drawing/2018/hyperlinkcolor" val="tx"/>
                    </a:ext>
                  </a:extLst>
                </a:hlinkClick>
              </a:rPr>
              <a:t>dev</a:t>
            </a:r>
            <a:r>
              <a:rPr lang="en-US" sz="3200" dirty="0"/>
              <a:t> </a:t>
            </a:r>
          </a:p>
          <a:p>
            <a:pPr marL="914400" lvl="1" indent="-457200">
              <a:lnSpc>
                <a:spcPct val="120000"/>
              </a:lnSpc>
              <a:buFont typeface="Arial" panose="020B0604020202020204" pitchFamily="34" charset="0"/>
              <a:buChar char="•"/>
            </a:pPr>
            <a:r>
              <a:rPr lang="en-US" sz="3200" dirty="0">
                <a:solidFill>
                  <a:srgbClr val="EEF6FC"/>
                </a:solidFill>
                <a:hlinkClick r:id="rId12">
                  <a:extLst>
                    <a:ext uri="{A12FA001-AC4F-418D-AE19-62706E023703}">
                      <ahyp:hlinkClr xmlns:ahyp="http://schemas.microsoft.com/office/drawing/2018/hyperlinkcolor" val="tx"/>
                    </a:ext>
                  </a:extLst>
                </a:hlinkClick>
              </a:rPr>
              <a:t>NerdFonts</a:t>
            </a:r>
            <a:r>
              <a:rPr lang="en-US" sz="2800" dirty="0">
                <a:solidFill>
                  <a:srgbClr val="EEF6FC"/>
                </a:solidFill>
                <a:hlinkClick r:id="rId12">
                  <a:extLst>
                    <a:ext uri="{A12FA001-AC4F-418D-AE19-62706E023703}">
                      <ahyp:hlinkClr xmlns:ahyp="http://schemas.microsoft.com/office/drawing/2018/hyperlinkcolor" val="tx"/>
                    </a:ext>
                  </a:extLst>
                </a:hlinkClick>
              </a:rPr>
              <a:t>.</a:t>
            </a:r>
            <a:r>
              <a:rPr lang="en-US" sz="2800" dirty="0">
                <a:hlinkClick r:id="rId12">
                  <a:extLst>
                    <a:ext uri="{A12FA001-AC4F-418D-AE19-62706E023703}">
                      <ahyp:hlinkClr xmlns:ahyp="http://schemas.microsoft.com/office/drawing/2018/hyperlinkcolor" val="tx"/>
                    </a:ext>
                  </a:extLst>
                </a:hlinkClick>
              </a:rPr>
              <a:t>com</a:t>
            </a:r>
            <a:endParaRPr lang="en-US" sz="3200" dirty="0"/>
          </a:p>
          <a:p>
            <a:pPr marL="914400" lvl="1" indent="-457200">
              <a:lnSpc>
                <a:spcPct val="120000"/>
              </a:lnSpc>
              <a:buFont typeface="Arial" panose="020B0604020202020204" pitchFamily="34" charset="0"/>
              <a:buChar char="•"/>
            </a:pPr>
            <a:r>
              <a:rPr lang="en-US" sz="2800" dirty="0">
                <a:solidFill>
                  <a:srgbClr val="EEF6FC"/>
                </a:solidFill>
                <a:hlinkClick r:id="rId13">
                  <a:extLst>
                    <a:ext uri="{A12FA001-AC4F-418D-AE19-62706E023703}">
                      <ahyp:hlinkClr xmlns:ahyp="http://schemas.microsoft.com/office/drawing/2018/hyperlinkcolor" val="tx"/>
                    </a:ext>
                  </a:extLst>
                </a:hlinkClick>
              </a:rPr>
              <a:t>github.com/PSModule/</a:t>
            </a:r>
            <a:r>
              <a:rPr lang="en-US" sz="3200" dirty="0">
                <a:hlinkClick r:id="rId13">
                  <a:extLst>
                    <a:ext uri="{A12FA001-AC4F-418D-AE19-62706E023703}">
                      <ahyp:hlinkClr xmlns:ahyp="http://schemas.microsoft.com/office/drawing/2018/hyperlinkcolor" val="tx"/>
                    </a:ext>
                  </a:extLst>
                </a:hlinkClick>
              </a:rPr>
              <a:t>NerdFonts</a:t>
            </a:r>
            <a:r>
              <a:rPr lang="en-US" sz="3200" dirty="0"/>
              <a:t> </a:t>
            </a:r>
          </a:p>
        </p:txBody>
      </p:sp>
      <p:pic>
        <p:nvPicPr>
          <p:cNvPr id="1030" name="Picture 6">
            <a:extLst>
              <a:ext uri="{FF2B5EF4-FFF2-40B4-BE49-F238E27FC236}">
                <a16:creationId xmlns:a16="http://schemas.microsoft.com/office/drawing/2014/main" id="{88EC837F-1D2E-873B-5A1F-1AB684267215}"/>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8109" t="25278" r="73873" b="26964"/>
          <a:stretch>
            <a:fillRect/>
          </a:stretch>
        </p:blipFill>
        <p:spPr bwMode="auto">
          <a:xfrm>
            <a:off x="543582" y="802594"/>
            <a:ext cx="7288993" cy="5403653"/>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a:extLst>
              <a:ext uri="{FF2B5EF4-FFF2-40B4-BE49-F238E27FC236}">
                <a16:creationId xmlns:a16="http://schemas.microsoft.com/office/drawing/2014/main" id="{C5B8715D-CACC-ACBE-F05E-4BB5355B91F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717705" y="1572005"/>
            <a:ext cx="3318268" cy="3318268"/>
          </a:xfrm>
          <a:prstGeom prst="rect">
            <a:avLst/>
          </a:prstGeom>
        </p:spPr>
      </p:pic>
      <p:sp>
        <p:nvSpPr>
          <p:cNvPr id="10" name="TextBox 9">
            <a:extLst>
              <a:ext uri="{FF2B5EF4-FFF2-40B4-BE49-F238E27FC236}">
                <a16:creationId xmlns:a16="http://schemas.microsoft.com/office/drawing/2014/main" id="{16949151-94E2-6CE0-6B95-625304590275}"/>
              </a:ext>
            </a:extLst>
          </p:cNvPr>
          <p:cNvSpPr txBox="1"/>
          <p:nvPr/>
        </p:nvSpPr>
        <p:spPr>
          <a:xfrm>
            <a:off x="453498" y="6061569"/>
            <a:ext cx="7469161" cy="830997"/>
          </a:xfrm>
          <a:prstGeom prst="rect">
            <a:avLst/>
          </a:prstGeom>
          <a:noFill/>
        </p:spPr>
        <p:txBody>
          <a:bodyPr wrap="none" rtlCol="0">
            <a:spAutoFit/>
          </a:bodyPr>
          <a:lstStyle/>
          <a:p>
            <a:pPr algn="ctr"/>
            <a:r>
              <a:rPr lang="en-US" sz="4800" dirty="0"/>
              <a:t>A </a:t>
            </a:r>
            <a:r>
              <a:rPr lang="en-US" sz="4800" b="1" dirty="0"/>
              <a:t>Shell r</a:t>
            </a:r>
            <a:r>
              <a:rPr lang="en-US" sz="4800" dirty="0"/>
              <a:t>uns </a:t>
            </a:r>
            <a:r>
              <a:rPr lang="en-US" sz="4800" i="1" dirty="0"/>
              <a:t>in</a:t>
            </a:r>
            <a:r>
              <a:rPr lang="en-US" sz="4800" dirty="0"/>
              <a:t> a </a:t>
            </a:r>
            <a:r>
              <a:rPr lang="en-US" sz="4800" b="1" dirty="0"/>
              <a:t>Terminal</a:t>
            </a:r>
          </a:p>
        </p:txBody>
      </p:sp>
      <p:sp>
        <p:nvSpPr>
          <p:cNvPr id="12" name="TextBox 11">
            <a:extLst>
              <a:ext uri="{FF2B5EF4-FFF2-40B4-BE49-F238E27FC236}">
                <a16:creationId xmlns:a16="http://schemas.microsoft.com/office/drawing/2014/main" id="{C4A84539-FFA9-F2AB-9272-50540701C58D}"/>
              </a:ext>
            </a:extLst>
          </p:cNvPr>
          <p:cNvSpPr txBox="1"/>
          <p:nvPr/>
        </p:nvSpPr>
        <p:spPr>
          <a:xfrm>
            <a:off x="1340183" y="7730080"/>
            <a:ext cx="5695790" cy="1754326"/>
          </a:xfrm>
          <a:prstGeom prst="rect">
            <a:avLst/>
          </a:prstGeom>
          <a:noFill/>
        </p:spPr>
        <p:txBody>
          <a:bodyPr wrap="none" rtlCol="0">
            <a:spAutoFit/>
          </a:bodyPr>
          <a:lstStyle/>
          <a:p>
            <a:pPr algn="ctr"/>
            <a:r>
              <a:rPr lang="en-US" sz="3600" b="1" dirty="0"/>
              <a:t>CLI: </a:t>
            </a:r>
            <a:r>
              <a:rPr lang="en-US" sz="3200" dirty="0"/>
              <a:t>Command Line Interface</a:t>
            </a:r>
            <a:endParaRPr lang="en-US" sz="3600" dirty="0"/>
          </a:p>
          <a:p>
            <a:pPr algn="ctr"/>
            <a:r>
              <a:rPr lang="en-US" sz="3600" b="1" dirty="0"/>
              <a:t>TUI:</a:t>
            </a:r>
            <a:r>
              <a:rPr lang="en-US" sz="3600" dirty="0"/>
              <a:t> </a:t>
            </a:r>
            <a:r>
              <a:rPr lang="en-US" sz="3200" dirty="0"/>
              <a:t>Terminal User Interface</a:t>
            </a:r>
            <a:endParaRPr lang="en-US" sz="3600" dirty="0"/>
          </a:p>
          <a:p>
            <a:pPr algn="ctr"/>
            <a:r>
              <a:rPr lang="en-US" sz="3600" b="1" dirty="0"/>
              <a:t>REPL: </a:t>
            </a:r>
            <a:r>
              <a:rPr lang="en-US" sz="3200" dirty="0"/>
              <a:t>Read–eval–print loop </a:t>
            </a:r>
          </a:p>
        </p:txBody>
      </p:sp>
    </p:spTree>
    <p:extLst>
      <p:ext uri="{BB962C8B-B14F-4D97-AF65-F5344CB8AC3E}">
        <p14:creationId xmlns:p14="http://schemas.microsoft.com/office/powerpoint/2010/main" val="4257074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6"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80">
                                          <p:stCondLst>
                                            <p:cond delay="0"/>
                                          </p:stCondLst>
                                        </p:cTn>
                                        <p:tgtEl>
                                          <p:spTgt spid="9"/>
                                        </p:tgtEl>
                                      </p:cBhvr>
                                    </p:animEffect>
                                    <p:anim calcmode="lin" valueType="num">
                                      <p:cBhvr>
                                        <p:cTn id="11"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2"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3"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4"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5"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6" dur="26">
                                          <p:stCondLst>
                                            <p:cond delay="650"/>
                                          </p:stCondLst>
                                        </p:cTn>
                                        <p:tgtEl>
                                          <p:spTgt spid="9"/>
                                        </p:tgtEl>
                                      </p:cBhvr>
                                      <p:to x="100000" y="60000"/>
                                    </p:animScale>
                                    <p:animScale>
                                      <p:cBhvr>
                                        <p:cTn id="17" dur="166" decel="50000">
                                          <p:stCondLst>
                                            <p:cond delay="676"/>
                                          </p:stCondLst>
                                        </p:cTn>
                                        <p:tgtEl>
                                          <p:spTgt spid="9"/>
                                        </p:tgtEl>
                                      </p:cBhvr>
                                      <p:to x="100000" y="100000"/>
                                    </p:animScale>
                                    <p:animScale>
                                      <p:cBhvr>
                                        <p:cTn id="18" dur="26">
                                          <p:stCondLst>
                                            <p:cond delay="1312"/>
                                          </p:stCondLst>
                                        </p:cTn>
                                        <p:tgtEl>
                                          <p:spTgt spid="9"/>
                                        </p:tgtEl>
                                      </p:cBhvr>
                                      <p:to x="100000" y="80000"/>
                                    </p:animScale>
                                    <p:animScale>
                                      <p:cBhvr>
                                        <p:cTn id="19" dur="166" decel="50000">
                                          <p:stCondLst>
                                            <p:cond delay="1338"/>
                                          </p:stCondLst>
                                        </p:cTn>
                                        <p:tgtEl>
                                          <p:spTgt spid="9"/>
                                        </p:tgtEl>
                                      </p:cBhvr>
                                      <p:to x="100000" y="100000"/>
                                    </p:animScale>
                                    <p:animScale>
                                      <p:cBhvr>
                                        <p:cTn id="20" dur="26">
                                          <p:stCondLst>
                                            <p:cond delay="1642"/>
                                          </p:stCondLst>
                                        </p:cTn>
                                        <p:tgtEl>
                                          <p:spTgt spid="9"/>
                                        </p:tgtEl>
                                      </p:cBhvr>
                                      <p:to x="100000" y="90000"/>
                                    </p:animScale>
                                    <p:animScale>
                                      <p:cBhvr>
                                        <p:cTn id="21" dur="166" decel="50000">
                                          <p:stCondLst>
                                            <p:cond delay="1668"/>
                                          </p:stCondLst>
                                        </p:cTn>
                                        <p:tgtEl>
                                          <p:spTgt spid="9"/>
                                        </p:tgtEl>
                                      </p:cBhvr>
                                      <p:to x="100000" y="100000"/>
                                    </p:animScale>
                                    <p:animScale>
                                      <p:cBhvr>
                                        <p:cTn id="22" dur="26">
                                          <p:stCondLst>
                                            <p:cond delay="1808"/>
                                          </p:stCondLst>
                                        </p:cTn>
                                        <p:tgtEl>
                                          <p:spTgt spid="9"/>
                                        </p:tgtEl>
                                      </p:cBhvr>
                                      <p:to x="100000" y="95000"/>
                                    </p:animScale>
                                    <p:animScale>
                                      <p:cBhvr>
                                        <p:cTn id="23"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ormal-copilot">
            <a:extLst>
              <a:ext uri="{FF2B5EF4-FFF2-40B4-BE49-F238E27FC236}">
                <a16:creationId xmlns:a16="http://schemas.microsoft.com/office/drawing/2014/main" id="{802D3AEA-D9D5-FB6A-3DB6-27AFFCD0174A}"/>
              </a:ext>
            </a:extLst>
          </p:cNvPr>
          <p:cNvPicPr>
            <a:picLocks noChangeAspect="1"/>
          </p:cNvPicPr>
          <p:nvPr/>
        </p:nvPicPr>
        <p:blipFill>
          <a:blip r:embed="rId2"/>
          <a:stretch/>
        </p:blipFill>
        <p:spPr>
          <a:xfrm>
            <a:off x="850900" y="2107228"/>
            <a:ext cx="4745126" cy="4745126"/>
          </a:xfrm>
          <a:prstGeom prst="rect">
            <a:avLst/>
          </a:prstGeom>
        </p:spPr>
      </p:pic>
      <p:sp>
        <p:nvSpPr>
          <p:cNvPr id="3" name="TextBox 2">
            <a:extLst>
              <a:ext uri="{FF2B5EF4-FFF2-40B4-BE49-F238E27FC236}">
                <a16:creationId xmlns:a16="http://schemas.microsoft.com/office/drawing/2014/main" id="{B04BAEE5-2FBD-D0C2-FE0D-621E02E1FB61}"/>
              </a:ext>
            </a:extLst>
          </p:cNvPr>
          <p:cNvSpPr txBox="1"/>
          <p:nvPr/>
        </p:nvSpPr>
        <p:spPr>
          <a:xfrm flipH="1">
            <a:off x="6154826" y="3759200"/>
            <a:ext cx="10202774" cy="3093154"/>
          </a:xfrm>
          <a:prstGeom prst="rect">
            <a:avLst/>
          </a:prstGeom>
          <a:noFill/>
        </p:spPr>
        <p:txBody>
          <a:bodyPr wrap="square" rtlCol="0">
            <a:spAutoFit/>
          </a:bodyPr>
          <a:lstStyle/>
          <a:p>
            <a:r>
              <a:rPr lang="en-US" sz="8000" dirty="0"/>
              <a:t>Getting to know</a:t>
            </a:r>
          </a:p>
          <a:p>
            <a:r>
              <a:rPr lang="en-US" sz="11500" b="1" dirty="0"/>
              <a:t>Copilot Cli </a:t>
            </a:r>
            <a:endParaRPr lang="en-US" sz="8000" b="1" dirty="0"/>
          </a:p>
        </p:txBody>
      </p:sp>
    </p:spTree>
    <p:extLst>
      <p:ext uri="{BB962C8B-B14F-4D97-AF65-F5344CB8AC3E}">
        <p14:creationId xmlns:p14="http://schemas.microsoft.com/office/powerpoint/2010/main" val="3675082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kicker">
            <a:extLst>
              <a:ext uri="{FF2B5EF4-FFF2-40B4-BE49-F238E27FC236}">
                <a16:creationId xmlns:a16="http://schemas.microsoft.com/office/drawing/2014/main" id="{E3A2DAE7-1E4D-4D53-9BA4-DF0A449BEBDA}"/>
              </a:ext>
            </a:extLst>
          </p:cNvPr>
          <p:cNvSpPr>
            <a:spLocks noGrp="1"/>
          </p:cNvSpPr>
          <p:nvPr/>
        </p:nvSpPr>
        <p:spPr>
          <a:xfrm>
            <a:off x="914400" y="685800"/>
            <a:ext cx="9525000" cy="285750"/>
          </a:xfrm>
          <a:prstGeom prst="rect">
            <a:avLst/>
          </a:prstGeom>
        </p:spPr>
        <p:txBody>
          <a:bodyPr lIns="0" tIns="0" rIns="0" bIns="0"/>
          <a:lstStyle/>
          <a:p>
            <a:pPr>
              <a:defRPr sz="1800" b="1" i="0">
                <a:solidFill>
                  <a:srgbClr val="31D7F5"/>
                </a:solidFill>
              </a:defRPr>
            </a:pPr>
            <a:r>
              <a:rPr sz="2800" b="1" i="0" dirty="0">
                <a:solidFill>
                  <a:srgbClr val="31D7F5"/>
                </a:solidFill>
              </a:rPr>
              <a:t>MENTAL MODEL</a:t>
            </a:r>
          </a:p>
        </p:txBody>
      </p:sp>
      <p:sp>
        <p:nvSpPr>
          <p:cNvPr id="5" name="slide-title">
            <a:extLst>
              <a:ext uri="{FF2B5EF4-FFF2-40B4-BE49-F238E27FC236}">
                <a16:creationId xmlns:a16="http://schemas.microsoft.com/office/drawing/2014/main" id="{456018E3-27B7-4D60-B8A9-831580BEFCA4}"/>
              </a:ext>
            </a:extLst>
          </p:cNvPr>
          <p:cNvSpPr>
            <a:spLocks noGrp="1"/>
          </p:cNvSpPr>
          <p:nvPr/>
        </p:nvSpPr>
        <p:spPr>
          <a:xfrm>
            <a:off x="914400" y="1123950"/>
            <a:ext cx="12573000" cy="685800"/>
          </a:xfrm>
          <a:prstGeom prst="rect">
            <a:avLst/>
          </a:prstGeom>
        </p:spPr>
        <p:txBody>
          <a:bodyPr lIns="0" tIns="0" rIns="0" bIns="0"/>
          <a:lstStyle/>
          <a:p>
            <a:pPr>
              <a:defRPr sz="4500" b="1" i="0">
                <a:solidFill>
                  <a:srgbClr val="F8FBFF"/>
                </a:solidFill>
              </a:defRPr>
            </a:pPr>
            <a:r>
              <a:rPr sz="4500" b="1" i="0">
                <a:solidFill>
                  <a:srgbClr val="F8FBFF"/>
                </a:solidFill>
              </a:rPr>
              <a:t>The agent is the sum of its controls</a:t>
            </a:r>
          </a:p>
        </p:txBody>
      </p:sp>
      <p:sp>
        <p:nvSpPr>
          <p:cNvPr id="6" name="Rectangle 5">
            <a:extLst>
              <a:ext uri="{FF2B5EF4-FFF2-40B4-BE49-F238E27FC236}">
                <a16:creationId xmlns:a16="http://schemas.microsoft.com/office/drawing/2014/main" id="{5D559C67-902C-4EE3-954E-EE57A7692CE9}"/>
              </a:ext>
            </a:extLst>
          </p:cNvPr>
          <p:cNvSpPr>
            <a:spLocks noGrp="1"/>
          </p:cNvSpPr>
          <p:nvPr/>
        </p:nvSpPr>
        <p:spPr>
          <a:xfrm>
            <a:off x="6248400" y="5644053"/>
            <a:ext cx="2895600" cy="76200"/>
          </a:xfrm>
          <a:prstGeom prst="rect">
            <a:avLst/>
          </a:prstGeom>
          <a:solidFill>
            <a:srgbClr val="22395D"/>
          </a:solidFill>
        </p:spPr>
        <p:txBody>
          <a:bodyPr/>
          <a:lstStyle/>
          <a:p>
            <a:endParaRPr lang="en-US"/>
          </a:p>
        </p:txBody>
      </p:sp>
      <p:sp>
        <p:nvSpPr>
          <p:cNvPr id="7" name="Rectangle 6">
            <a:extLst>
              <a:ext uri="{FF2B5EF4-FFF2-40B4-BE49-F238E27FC236}">
                <a16:creationId xmlns:a16="http://schemas.microsoft.com/office/drawing/2014/main" id="{66FCDD45-F70F-4221-90FF-F847EFD787ED}"/>
              </a:ext>
            </a:extLst>
          </p:cNvPr>
          <p:cNvSpPr>
            <a:spLocks noGrp="1"/>
          </p:cNvSpPr>
          <p:nvPr/>
        </p:nvSpPr>
        <p:spPr>
          <a:xfrm>
            <a:off x="6248400" y="4348653"/>
            <a:ext cx="76200" cy="1295400"/>
          </a:xfrm>
          <a:prstGeom prst="rect">
            <a:avLst/>
          </a:prstGeom>
          <a:solidFill>
            <a:srgbClr val="22395D"/>
          </a:solidFill>
        </p:spPr>
        <p:txBody>
          <a:bodyPr/>
          <a:lstStyle/>
          <a:p>
            <a:endParaRPr lang="en-US"/>
          </a:p>
        </p:txBody>
      </p:sp>
      <p:sp>
        <p:nvSpPr>
          <p:cNvPr id="8" name="Rectangle 7">
            <a:extLst>
              <a:ext uri="{FF2B5EF4-FFF2-40B4-BE49-F238E27FC236}">
                <a16:creationId xmlns:a16="http://schemas.microsoft.com/office/drawing/2014/main" id="{DD9E4437-F3E9-4BEB-ABFE-65E82579F0B3}"/>
              </a:ext>
            </a:extLst>
          </p:cNvPr>
          <p:cNvSpPr>
            <a:spLocks noGrp="1"/>
          </p:cNvSpPr>
          <p:nvPr/>
        </p:nvSpPr>
        <p:spPr>
          <a:xfrm>
            <a:off x="3352800" y="4348653"/>
            <a:ext cx="2895600" cy="76200"/>
          </a:xfrm>
          <a:prstGeom prst="rect">
            <a:avLst/>
          </a:prstGeom>
          <a:solidFill>
            <a:srgbClr val="22395D"/>
          </a:solidFill>
        </p:spPr>
        <p:txBody>
          <a:bodyPr/>
          <a:lstStyle/>
          <a:p>
            <a:endParaRPr lang="en-US"/>
          </a:p>
        </p:txBody>
      </p:sp>
      <p:sp>
        <p:nvSpPr>
          <p:cNvPr id="9" name="Rectangle: Rounded Corners 8">
            <a:extLst>
              <a:ext uri="{FF2B5EF4-FFF2-40B4-BE49-F238E27FC236}">
                <a16:creationId xmlns:a16="http://schemas.microsoft.com/office/drawing/2014/main" id="{68883AF3-9737-4AE4-AE47-1836DC5E7D26}"/>
              </a:ext>
            </a:extLst>
          </p:cNvPr>
          <p:cNvSpPr>
            <a:spLocks noGrp="1"/>
          </p:cNvSpPr>
          <p:nvPr/>
        </p:nvSpPr>
        <p:spPr>
          <a:xfrm>
            <a:off x="2133600" y="3815253"/>
            <a:ext cx="2514600" cy="1143000"/>
          </a:xfrm>
          <a:prstGeom prst="roundRect">
            <a:avLst>
              <a:gd name="adj" fmla="val 6667"/>
            </a:avLst>
          </a:prstGeom>
          <a:solidFill>
            <a:srgbClr val="0E2444"/>
          </a:solidFill>
        </p:spPr>
        <p:txBody>
          <a:bodyPr/>
          <a:lstStyle/>
          <a:p>
            <a:endParaRPr lang="en-US"/>
          </a:p>
        </p:txBody>
      </p:sp>
      <p:sp>
        <p:nvSpPr>
          <p:cNvPr id="10" name="control-mode">
            <a:extLst>
              <a:ext uri="{FF2B5EF4-FFF2-40B4-BE49-F238E27FC236}">
                <a16:creationId xmlns:a16="http://schemas.microsoft.com/office/drawing/2014/main" id="{B78BF16A-2CAB-4B0D-A971-55E1259E65E9}"/>
              </a:ext>
            </a:extLst>
          </p:cNvPr>
          <p:cNvSpPr>
            <a:spLocks noGrp="1"/>
          </p:cNvSpPr>
          <p:nvPr/>
        </p:nvSpPr>
        <p:spPr>
          <a:xfrm>
            <a:off x="2362200" y="3842847"/>
            <a:ext cx="2000250" cy="562956"/>
          </a:xfrm>
          <a:prstGeom prst="rect">
            <a:avLst/>
          </a:prstGeom>
        </p:spPr>
        <p:txBody>
          <a:bodyPr lIns="0" tIns="0" rIns="0" bIns="0"/>
          <a:lstStyle/>
          <a:p>
            <a:pPr>
              <a:defRPr sz="2400" b="1" i="0">
                <a:solidFill>
                  <a:srgbClr val="31D7F5"/>
                </a:solidFill>
              </a:defRPr>
            </a:pPr>
            <a:r>
              <a:rPr sz="4000" b="1" i="0">
                <a:solidFill>
                  <a:srgbClr val="31D7F5"/>
                </a:solidFill>
              </a:rPr>
              <a:t>mode</a:t>
            </a:r>
          </a:p>
        </p:txBody>
      </p:sp>
      <p:sp>
        <p:nvSpPr>
          <p:cNvPr id="11" name="control-mode-detail">
            <a:extLst>
              <a:ext uri="{FF2B5EF4-FFF2-40B4-BE49-F238E27FC236}">
                <a16:creationId xmlns:a16="http://schemas.microsoft.com/office/drawing/2014/main" id="{D2CE2770-3F0C-4B70-8D92-B11E42B3E48F}"/>
              </a:ext>
            </a:extLst>
          </p:cNvPr>
          <p:cNvSpPr>
            <a:spLocks noGrp="1"/>
          </p:cNvSpPr>
          <p:nvPr/>
        </p:nvSpPr>
        <p:spPr>
          <a:xfrm>
            <a:off x="2362200" y="4443903"/>
            <a:ext cx="2000250" cy="457200"/>
          </a:xfrm>
          <a:prstGeom prst="rect">
            <a:avLst/>
          </a:prstGeom>
        </p:spPr>
        <p:txBody>
          <a:bodyPr lIns="0" tIns="0" rIns="0" bIns="0"/>
          <a:lstStyle/>
          <a:p>
            <a:pPr>
              <a:defRPr sz="1575" b="0" i="0">
                <a:solidFill>
                  <a:srgbClr val="F8FBFF"/>
                </a:solidFill>
              </a:defRPr>
            </a:pPr>
            <a:r>
              <a:rPr sz="2400" b="0" i="0">
                <a:solidFill>
                  <a:srgbClr val="F8FBFF"/>
                </a:solidFill>
                <a:latin typeface="+mj-lt"/>
              </a:rPr>
              <a:t>initiative</a:t>
            </a:r>
          </a:p>
        </p:txBody>
      </p:sp>
      <p:sp>
        <p:nvSpPr>
          <p:cNvPr id="12" name="Rectangle 11">
            <a:extLst>
              <a:ext uri="{FF2B5EF4-FFF2-40B4-BE49-F238E27FC236}">
                <a16:creationId xmlns:a16="http://schemas.microsoft.com/office/drawing/2014/main" id="{34EB9DFE-9051-40A5-B5D6-FF392AA7CC7D}"/>
              </a:ext>
            </a:extLst>
          </p:cNvPr>
          <p:cNvSpPr>
            <a:spLocks noGrp="1"/>
          </p:cNvSpPr>
          <p:nvPr/>
        </p:nvSpPr>
        <p:spPr>
          <a:xfrm>
            <a:off x="7543800" y="5644053"/>
            <a:ext cx="1600200" cy="76200"/>
          </a:xfrm>
          <a:prstGeom prst="rect">
            <a:avLst/>
          </a:prstGeom>
          <a:solidFill>
            <a:srgbClr val="22395D"/>
          </a:solidFill>
        </p:spPr>
        <p:txBody>
          <a:bodyPr/>
          <a:lstStyle/>
          <a:p>
            <a:endParaRPr lang="en-US"/>
          </a:p>
        </p:txBody>
      </p:sp>
      <p:sp>
        <p:nvSpPr>
          <p:cNvPr id="13" name="Rectangle 12">
            <a:extLst>
              <a:ext uri="{FF2B5EF4-FFF2-40B4-BE49-F238E27FC236}">
                <a16:creationId xmlns:a16="http://schemas.microsoft.com/office/drawing/2014/main" id="{C175F740-3DE3-4ACF-8DF1-8BE073F17ECA}"/>
              </a:ext>
            </a:extLst>
          </p:cNvPr>
          <p:cNvSpPr>
            <a:spLocks noGrp="1"/>
          </p:cNvSpPr>
          <p:nvPr/>
        </p:nvSpPr>
        <p:spPr>
          <a:xfrm>
            <a:off x="7543800" y="5644053"/>
            <a:ext cx="63683" cy="2019300"/>
          </a:xfrm>
          <a:prstGeom prst="rect">
            <a:avLst/>
          </a:prstGeom>
          <a:solidFill>
            <a:srgbClr val="22395D"/>
          </a:solidFill>
        </p:spPr>
        <p:txBody>
          <a:bodyPr/>
          <a:lstStyle/>
          <a:p>
            <a:endParaRPr lang="en-US"/>
          </a:p>
        </p:txBody>
      </p:sp>
      <p:sp>
        <p:nvSpPr>
          <p:cNvPr id="14" name="Rectangle 13">
            <a:extLst>
              <a:ext uri="{FF2B5EF4-FFF2-40B4-BE49-F238E27FC236}">
                <a16:creationId xmlns:a16="http://schemas.microsoft.com/office/drawing/2014/main" id="{8A8CC90B-29AB-413F-9C0F-B4ED589E8D57}"/>
              </a:ext>
            </a:extLst>
          </p:cNvPr>
          <p:cNvSpPr>
            <a:spLocks noGrp="1"/>
          </p:cNvSpPr>
          <p:nvPr/>
        </p:nvSpPr>
        <p:spPr>
          <a:xfrm>
            <a:off x="6019800" y="7625253"/>
            <a:ext cx="1600200" cy="76200"/>
          </a:xfrm>
          <a:prstGeom prst="rect">
            <a:avLst/>
          </a:prstGeom>
          <a:solidFill>
            <a:srgbClr val="22395D"/>
          </a:solidFill>
        </p:spPr>
        <p:txBody>
          <a:bodyPr/>
          <a:lstStyle/>
          <a:p>
            <a:endParaRPr lang="en-US"/>
          </a:p>
        </p:txBody>
      </p:sp>
      <p:sp>
        <p:nvSpPr>
          <p:cNvPr id="15" name="Rectangle: Rounded Corners 14">
            <a:extLst>
              <a:ext uri="{FF2B5EF4-FFF2-40B4-BE49-F238E27FC236}">
                <a16:creationId xmlns:a16="http://schemas.microsoft.com/office/drawing/2014/main" id="{7F427CDA-7A21-490F-80F5-37FB8525535A}"/>
              </a:ext>
            </a:extLst>
          </p:cNvPr>
          <p:cNvSpPr>
            <a:spLocks noGrp="1"/>
          </p:cNvSpPr>
          <p:nvPr/>
        </p:nvSpPr>
        <p:spPr>
          <a:xfrm>
            <a:off x="4648200" y="7091853"/>
            <a:ext cx="2667000" cy="1143000"/>
          </a:xfrm>
          <a:prstGeom prst="roundRect">
            <a:avLst>
              <a:gd name="adj" fmla="val 6667"/>
            </a:avLst>
          </a:prstGeom>
          <a:solidFill>
            <a:srgbClr val="24351A"/>
          </a:solidFill>
        </p:spPr>
        <p:txBody>
          <a:bodyPr/>
          <a:lstStyle/>
          <a:p>
            <a:endParaRPr lang="en-US"/>
          </a:p>
        </p:txBody>
      </p:sp>
      <p:sp>
        <p:nvSpPr>
          <p:cNvPr id="16" name="control-sandbox">
            <a:extLst>
              <a:ext uri="{FF2B5EF4-FFF2-40B4-BE49-F238E27FC236}">
                <a16:creationId xmlns:a16="http://schemas.microsoft.com/office/drawing/2014/main" id="{1352D366-3154-44EE-B1A5-EDDC5044FAE8}"/>
              </a:ext>
            </a:extLst>
          </p:cNvPr>
          <p:cNvSpPr>
            <a:spLocks noGrp="1"/>
          </p:cNvSpPr>
          <p:nvPr/>
        </p:nvSpPr>
        <p:spPr>
          <a:xfrm>
            <a:off x="4864310" y="7100397"/>
            <a:ext cx="2228850" cy="601056"/>
          </a:xfrm>
          <a:prstGeom prst="rect">
            <a:avLst/>
          </a:prstGeom>
        </p:spPr>
        <p:txBody>
          <a:bodyPr lIns="0" tIns="0" rIns="0" bIns="0"/>
          <a:lstStyle/>
          <a:p>
            <a:pPr>
              <a:defRPr sz="2400" b="1" i="0">
                <a:solidFill>
                  <a:srgbClr val="63F4A9"/>
                </a:solidFill>
              </a:defRPr>
            </a:pPr>
            <a:r>
              <a:rPr sz="4000" b="1" i="0" dirty="0">
                <a:solidFill>
                  <a:srgbClr val="63F4A9"/>
                </a:solidFill>
              </a:rPr>
              <a:t>sandbox</a:t>
            </a:r>
          </a:p>
        </p:txBody>
      </p:sp>
      <p:sp>
        <p:nvSpPr>
          <p:cNvPr id="17" name="control-sandbox-detail">
            <a:extLst>
              <a:ext uri="{FF2B5EF4-FFF2-40B4-BE49-F238E27FC236}">
                <a16:creationId xmlns:a16="http://schemas.microsoft.com/office/drawing/2014/main" id="{A6ACFE9E-6EF4-42F6-A83D-78F40917EEEA}"/>
              </a:ext>
            </a:extLst>
          </p:cNvPr>
          <p:cNvSpPr>
            <a:spLocks noGrp="1"/>
          </p:cNvSpPr>
          <p:nvPr/>
        </p:nvSpPr>
        <p:spPr>
          <a:xfrm>
            <a:off x="4864310" y="7701453"/>
            <a:ext cx="2000250" cy="457200"/>
          </a:xfrm>
          <a:prstGeom prst="rect">
            <a:avLst/>
          </a:prstGeom>
        </p:spPr>
        <p:txBody>
          <a:bodyPr lIns="0" tIns="0" rIns="0" bIns="0"/>
          <a:lstStyle/>
          <a:p>
            <a:pPr>
              <a:defRPr sz="1575" b="0" i="0">
                <a:solidFill>
                  <a:srgbClr val="F8FBFF"/>
                </a:solidFill>
              </a:defRPr>
            </a:pPr>
            <a:r>
              <a:rPr sz="2400" b="0" i="0">
                <a:solidFill>
                  <a:srgbClr val="F8FBFF"/>
                </a:solidFill>
                <a:latin typeface="+mj-lt"/>
              </a:rPr>
              <a:t>blast radius</a:t>
            </a:r>
          </a:p>
        </p:txBody>
      </p:sp>
      <p:sp>
        <p:nvSpPr>
          <p:cNvPr id="18" name="Rectangle 17">
            <a:extLst>
              <a:ext uri="{FF2B5EF4-FFF2-40B4-BE49-F238E27FC236}">
                <a16:creationId xmlns:a16="http://schemas.microsoft.com/office/drawing/2014/main" id="{BD7E836D-5C4B-4146-980B-933B48B376C1}"/>
              </a:ext>
            </a:extLst>
          </p:cNvPr>
          <p:cNvSpPr>
            <a:spLocks noGrp="1"/>
          </p:cNvSpPr>
          <p:nvPr/>
        </p:nvSpPr>
        <p:spPr>
          <a:xfrm>
            <a:off x="9144000" y="5644053"/>
            <a:ext cx="1828800" cy="76200"/>
          </a:xfrm>
          <a:prstGeom prst="rect">
            <a:avLst/>
          </a:prstGeom>
          <a:solidFill>
            <a:srgbClr val="22395D"/>
          </a:solidFill>
        </p:spPr>
        <p:txBody>
          <a:bodyPr/>
          <a:lstStyle/>
          <a:p>
            <a:endParaRPr lang="en-US"/>
          </a:p>
        </p:txBody>
      </p:sp>
      <p:sp>
        <p:nvSpPr>
          <p:cNvPr id="19" name="Rectangle 18">
            <a:extLst>
              <a:ext uri="{FF2B5EF4-FFF2-40B4-BE49-F238E27FC236}">
                <a16:creationId xmlns:a16="http://schemas.microsoft.com/office/drawing/2014/main" id="{CD31EAA8-7C2C-4D16-8F22-A947FC06BDED}"/>
              </a:ext>
            </a:extLst>
          </p:cNvPr>
          <p:cNvSpPr>
            <a:spLocks noGrp="1"/>
          </p:cNvSpPr>
          <p:nvPr/>
        </p:nvSpPr>
        <p:spPr>
          <a:xfrm>
            <a:off x="10972800" y="5644053"/>
            <a:ext cx="76200" cy="2019300"/>
          </a:xfrm>
          <a:prstGeom prst="rect">
            <a:avLst/>
          </a:prstGeom>
          <a:solidFill>
            <a:srgbClr val="22395D"/>
          </a:solidFill>
        </p:spPr>
        <p:txBody>
          <a:bodyPr/>
          <a:lstStyle/>
          <a:p>
            <a:endParaRPr lang="en-US"/>
          </a:p>
        </p:txBody>
      </p:sp>
      <p:sp>
        <p:nvSpPr>
          <p:cNvPr id="20" name="Rectangle 19">
            <a:extLst>
              <a:ext uri="{FF2B5EF4-FFF2-40B4-BE49-F238E27FC236}">
                <a16:creationId xmlns:a16="http://schemas.microsoft.com/office/drawing/2014/main" id="{ED3FA3BB-70E6-4814-9B49-A6FABDA4F943}"/>
              </a:ext>
            </a:extLst>
          </p:cNvPr>
          <p:cNvSpPr>
            <a:spLocks noGrp="1"/>
          </p:cNvSpPr>
          <p:nvPr/>
        </p:nvSpPr>
        <p:spPr>
          <a:xfrm>
            <a:off x="10972800" y="7625253"/>
            <a:ext cx="1828800" cy="76200"/>
          </a:xfrm>
          <a:prstGeom prst="rect">
            <a:avLst/>
          </a:prstGeom>
          <a:solidFill>
            <a:srgbClr val="22395D"/>
          </a:solidFill>
        </p:spPr>
        <p:txBody>
          <a:bodyPr/>
          <a:lstStyle/>
          <a:p>
            <a:endParaRPr lang="en-US"/>
          </a:p>
        </p:txBody>
      </p:sp>
      <p:sp>
        <p:nvSpPr>
          <p:cNvPr id="21" name="Rectangle: Rounded Corners 20">
            <a:extLst>
              <a:ext uri="{FF2B5EF4-FFF2-40B4-BE49-F238E27FC236}">
                <a16:creationId xmlns:a16="http://schemas.microsoft.com/office/drawing/2014/main" id="{F546B6CA-A099-4BE3-A2CF-3CA4D49DF81A}"/>
              </a:ext>
            </a:extLst>
          </p:cNvPr>
          <p:cNvSpPr>
            <a:spLocks noGrp="1"/>
          </p:cNvSpPr>
          <p:nvPr/>
        </p:nvSpPr>
        <p:spPr>
          <a:xfrm>
            <a:off x="11658600" y="7091853"/>
            <a:ext cx="2514600" cy="1143000"/>
          </a:xfrm>
          <a:prstGeom prst="roundRect">
            <a:avLst>
              <a:gd name="adj" fmla="val 6667"/>
            </a:avLst>
          </a:prstGeom>
          <a:solidFill>
            <a:srgbClr val="2B1959"/>
          </a:solidFill>
        </p:spPr>
        <p:txBody>
          <a:bodyPr/>
          <a:lstStyle/>
          <a:p>
            <a:endParaRPr lang="en-US"/>
          </a:p>
        </p:txBody>
      </p:sp>
      <p:sp>
        <p:nvSpPr>
          <p:cNvPr id="22" name="control-tools">
            <a:extLst>
              <a:ext uri="{FF2B5EF4-FFF2-40B4-BE49-F238E27FC236}">
                <a16:creationId xmlns:a16="http://schemas.microsoft.com/office/drawing/2014/main" id="{A1D046F8-EE87-4661-9118-99947CF3490E}"/>
              </a:ext>
            </a:extLst>
          </p:cNvPr>
          <p:cNvSpPr>
            <a:spLocks noGrp="1"/>
          </p:cNvSpPr>
          <p:nvPr/>
        </p:nvSpPr>
        <p:spPr>
          <a:xfrm>
            <a:off x="11887200" y="7100397"/>
            <a:ext cx="2000250" cy="562956"/>
          </a:xfrm>
          <a:prstGeom prst="rect">
            <a:avLst/>
          </a:prstGeom>
        </p:spPr>
        <p:txBody>
          <a:bodyPr lIns="0" tIns="0" rIns="0" bIns="0"/>
          <a:lstStyle/>
          <a:p>
            <a:pPr>
              <a:defRPr sz="2400" b="1" i="0">
                <a:solidFill>
                  <a:srgbClr val="D7FF4A"/>
                </a:solidFill>
              </a:defRPr>
            </a:pPr>
            <a:r>
              <a:rPr sz="4000" b="1" i="0">
                <a:solidFill>
                  <a:srgbClr val="D7FF4A"/>
                </a:solidFill>
              </a:rPr>
              <a:t>tools</a:t>
            </a:r>
          </a:p>
        </p:txBody>
      </p:sp>
      <p:sp>
        <p:nvSpPr>
          <p:cNvPr id="23" name="control-tools-detail">
            <a:extLst>
              <a:ext uri="{FF2B5EF4-FFF2-40B4-BE49-F238E27FC236}">
                <a16:creationId xmlns:a16="http://schemas.microsoft.com/office/drawing/2014/main" id="{AD252A5B-1870-4F39-9899-67CB12E9CF1E}"/>
              </a:ext>
            </a:extLst>
          </p:cNvPr>
          <p:cNvSpPr>
            <a:spLocks noGrp="1"/>
          </p:cNvSpPr>
          <p:nvPr/>
        </p:nvSpPr>
        <p:spPr>
          <a:xfrm>
            <a:off x="11887200" y="7701453"/>
            <a:ext cx="2000250" cy="457200"/>
          </a:xfrm>
          <a:prstGeom prst="rect">
            <a:avLst/>
          </a:prstGeom>
        </p:spPr>
        <p:txBody>
          <a:bodyPr lIns="0" tIns="0" rIns="0" bIns="0"/>
          <a:lstStyle/>
          <a:p>
            <a:pPr>
              <a:defRPr sz="1575" b="0" i="0">
                <a:solidFill>
                  <a:srgbClr val="F8FBFF"/>
                </a:solidFill>
              </a:defRPr>
            </a:pPr>
            <a:r>
              <a:rPr sz="2400" b="0" i="0" dirty="0">
                <a:solidFill>
                  <a:srgbClr val="F8FBFF"/>
                </a:solidFill>
                <a:latin typeface="+mj-lt"/>
              </a:rPr>
              <a:t>actions</a:t>
            </a:r>
          </a:p>
        </p:txBody>
      </p:sp>
      <p:sp>
        <p:nvSpPr>
          <p:cNvPr id="24" name="Rectangle 23">
            <a:extLst>
              <a:ext uri="{FF2B5EF4-FFF2-40B4-BE49-F238E27FC236}">
                <a16:creationId xmlns:a16="http://schemas.microsoft.com/office/drawing/2014/main" id="{01574E93-8FEB-4A22-B337-DEB224FCB284}"/>
              </a:ext>
            </a:extLst>
          </p:cNvPr>
          <p:cNvSpPr>
            <a:spLocks noGrp="1"/>
          </p:cNvSpPr>
          <p:nvPr/>
        </p:nvSpPr>
        <p:spPr>
          <a:xfrm>
            <a:off x="9144000" y="5644053"/>
            <a:ext cx="3276600" cy="76200"/>
          </a:xfrm>
          <a:prstGeom prst="rect">
            <a:avLst/>
          </a:prstGeom>
          <a:solidFill>
            <a:srgbClr val="22395D"/>
          </a:solidFill>
        </p:spPr>
        <p:txBody>
          <a:bodyPr/>
          <a:lstStyle/>
          <a:p>
            <a:endParaRPr lang="en-US"/>
          </a:p>
        </p:txBody>
      </p:sp>
      <p:sp>
        <p:nvSpPr>
          <p:cNvPr id="25" name="Rectangle 24">
            <a:extLst>
              <a:ext uri="{FF2B5EF4-FFF2-40B4-BE49-F238E27FC236}">
                <a16:creationId xmlns:a16="http://schemas.microsoft.com/office/drawing/2014/main" id="{E4286BCC-4F44-4856-B20D-F30E5831FBFE}"/>
              </a:ext>
            </a:extLst>
          </p:cNvPr>
          <p:cNvSpPr>
            <a:spLocks noGrp="1"/>
          </p:cNvSpPr>
          <p:nvPr/>
        </p:nvSpPr>
        <p:spPr>
          <a:xfrm>
            <a:off x="12344400" y="4348653"/>
            <a:ext cx="76200" cy="1295400"/>
          </a:xfrm>
          <a:prstGeom prst="rect">
            <a:avLst/>
          </a:prstGeom>
          <a:solidFill>
            <a:srgbClr val="22395D"/>
          </a:solidFill>
        </p:spPr>
        <p:txBody>
          <a:bodyPr/>
          <a:lstStyle/>
          <a:p>
            <a:endParaRPr lang="en-US"/>
          </a:p>
        </p:txBody>
      </p:sp>
      <p:sp>
        <p:nvSpPr>
          <p:cNvPr id="26" name="Rectangle 25">
            <a:extLst>
              <a:ext uri="{FF2B5EF4-FFF2-40B4-BE49-F238E27FC236}">
                <a16:creationId xmlns:a16="http://schemas.microsoft.com/office/drawing/2014/main" id="{31D561F2-0A1A-443F-A4B9-8FFF8F030714}"/>
              </a:ext>
            </a:extLst>
          </p:cNvPr>
          <p:cNvSpPr>
            <a:spLocks noGrp="1"/>
          </p:cNvSpPr>
          <p:nvPr/>
        </p:nvSpPr>
        <p:spPr>
          <a:xfrm>
            <a:off x="12344400" y="4348653"/>
            <a:ext cx="3200400" cy="76200"/>
          </a:xfrm>
          <a:prstGeom prst="rect">
            <a:avLst/>
          </a:prstGeom>
          <a:solidFill>
            <a:srgbClr val="22395D"/>
          </a:solidFill>
        </p:spPr>
        <p:txBody>
          <a:bodyPr/>
          <a:lstStyle/>
          <a:p>
            <a:endParaRPr lang="en-US"/>
          </a:p>
        </p:txBody>
      </p:sp>
      <p:sp>
        <p:nvSpPr>
          <p:cNvPr id="27" name="Rectangle: Rounded Corners 26">
            <a:extLst>
              <a:ext uri="{FF2B5EF4-FFF2-40B4-BE49-F238E27FC236}">
                <a16:creationId xmlns:a16="http://schemas.microsoft.com/office/drawing/2014/main" id="{BBB1A811-BF62-4BBF-8D22-5BB83FD590C5}"/>
              </a:ext>
            </a:extLst>
          </p:cNvPr>
          <p:cNvSpPr>
            <a:spLocks noGrp="1"/>
          </p:cNvSpPr>
          <p:nvPr/>
        </p:nvSpPr>
        <p:spPr>
          <a:xfrm>
            <a:off x="14325600" y="3815253"/>
            <a:ext cx="2514600" cy="1143000"/>
          </a:xfrm>
          <a:prstGeom prst="roundRect">
            <a:avLst>
              <a:gd name="adj" fmla="val 6667"/>
            </a:avLst>
          </a:prstGeom>
          <a:solidFill>
            <a:srgbClr val="0E2444"/>
          </a:solidFill>
        </p:spPr>
        <p:txBody>
          <a:bodyPr/>
          <a:lstStyle/>
          <a:p>
            <a:endParaRPr lang="en-US"/>
          </a:p>
        </p:txBody>
      </p:sp>
      <p:sp>
        <p:nvSpPr>
          <p:cNvPr id="28" name="control-skills">
            <a:extLst>
              <a:ext uri="{FF2B5EF4-FFF2-40B4-BE49-F238E27FC236}">
                <a16:creationId xmlns:a16="http://schemas.microsoft.com/office/drawing/2014/main" id="{979664A7-EEF3-4669-A6BA-602D9CADC9FB}"/>
              </a:ext>
            </a:extLst>
          </p:cNvPr>
          <p:cNvSpPr>
            <a:spLocks noGrp="1"/>
          </p:cNvSpPr>
          <p:nvPr/>
        </p:nvSpPr>
        <p:spPr>
          <a:xfrm>
            <a:off x="14554200" y="3842847"/>
            <a:ext cx="2000250" cy="562956"/>
          </a:xfrm>
          <a:prstGeom prst="rect">
            <a:avLst/>
          </a:prstGeom>
        </p:spPr>
        <p:txBody>
          <a:bodyPr lIns="0" tIns="0" rIns="0" bIns="0"/>
          <a:lstStyle/>
          <a:p>
            <a:pPr>
              <a:defRPr sz="2400" b="1" i="0">
                <a:solidFill>
                  <a:srgbClr val="A66BFF"/>
                </a:solidFill>
              </a:defRPr>
            </a:pPr>
            <a:r>
              <a:rPr sz="4000" b="1" i="0">
                <a:solidFill>
                  <a:srgbClr val="A66BFF"/>
                </a:solidFill>
              </a:rPr>
              <a:t>skills</a:t>
            </a:r>
          </a:p>
        </p:txBody>
      </p:sp>
      <p:sp>
        <p:nvSpPr>
          <p:cNvPr id="29" name="control-skills-detail">
            <a:extLst>
              <a:ext uri="{FF2B5EF4-FFF2-40B4-BE49-F238E27FC236}">
                <a16:creationId xmlns:a16="http://schemas.microsoft.com/office/drawing/2014/main" id="{986745C6-B2B5-4C2E-8237-ED70BB9FBBFB}"/>
              </a:ext>
            </a:extLst>
          </p:cNvPr>
          <p:cNvSpPr>
            <a:spLocks noGrp="1"/>
          </p:cNvSpPr>
          <p:nvPr/>
        </p:nvSpPr>
        <p:spPr>
          <a:xfrm>
            <a:off x="14554200" y="4443903"/>
            <a:ext cx="2000250" cy="457200"/>
          </a:xfrm>
          <a:prstGeom prst="rect">
            <a:avLst/>
          </a:prstGeom>
        </p:spPr>
        <p:txBody>
          <a:bodyPr lIns="0" tIns="0" rIns="0" bIns="0"/>
          <a:lstStyle/>
          <a:p>
            <a:pPr>
              <a:defRPr sz="1575" b="0" i="0">
                <a:solidFill>
                  <a:srgbClr val="F8FBFF"/>
                </a:solidFill>
              </a:defRPr>
            </a:pPr>
            <a:r>
              <a:rPr sz="2400" b="0" i="0">
                <a:solidFill>
                  <a:srgbClr val="F8FBFF"/>
                </a:solidFill>
                <a:latin typeface="+mj-lt"/>
              </a:rPr>
              <a:t>playbooks</a:t>
            </a:r>
          </a:p>
        </p:txBody>
      </p:sp>
      <p:sp>
        <p:nvSpPr>
          <p:cNvPr id="30" name="Rectangle 29">
            <a:extLst>
              <a:ext uri="{FF2B5EF4-FFF2-40B4-BE49-F238E27FC236}">
                <a16:creationId xmlns:a16="http://schemas.microsoft.com/office/drawing/2014/main" id="{8DEAEB4C-4712-4AC3-A447-7F027C3DE14D}"/>
              </a:ext>
            </a:extLst>
          </p:cNvPr>
          <p:cNvSpPr>
            <a:spLocks noGrp="1"/>
          </p:cNvSpPr>
          <p:nvPr/>
        </p:nvSpPr>
        <p:spPr>
          <a:xfrm>
            <a:off x="9144000" y="5682153"/>
            <a:ext cx="152400" cy="76200"/>
          </a:xfrm>
          <a:prstGeom prst="rect">
            <a:avLst/>
          </a:prstGeom>
          <a:solidFill>
            <a:srgbClr val="22395D"/>
          </a:solidFill>
        </p:spPr>
        <p:txBody>
          <a:bodyPr/>
          <a:lstStyle/>
          <a:p>
            <a:endParaRPr lang="en-US"/>
          </a:p>
        </p:txBody>
      </p:sp>
      <p:sp>
        <p:nvSpPr>
          <p:cNvPr id="31" name="Rectangle 30">
            <a:extLst>
              <a:ext uri="{FF2B5EF4-FFF2-40B4-BE49-F238E27FC236}">
                <a16:creationId xmlns:a16="http://schemas.microsoft.com/office/drawing/2014/main" id="{13877736-14B1-4C02-98E0-1DCFC7076EC2}"/>
              </a:ext>
            </a:extLst>
          </p:cNvPr>
          <p:cNvSpPr>
            <a:spLocks noGrp="1"/>
          </p:cNvSpPr>
          <p:nvPr/>
        </p:nvSpPr>
        <p:spPr>
          <a:xfrm>
            <a:off x="9296400" y="2977053"/>
            <a:ext cx="76200" cy="2743200"/>
          </a:xfrm>
          <a:prstGeom prst="rect">
            <a:avLst/>
          </a:prstGeom>
          <a:solidFill>
            <a:srgbClr val="22395D"/>
          </a:solidFill>
        </p:spPr>
        <p:txBody>
          <a:bodyPr/>
          <a:lstStyle/>
          <a:p>
            <a:endParaRPr lang="en-US"/>
          </a:p>
        </p:txBody>
      </p:sp>
      <p:sp>
        <p:nvSpPr>
          <p:cNvPr id="32" name="Rectangle 31">
            <a:extLst>
              <a:ext uri="{FF2B5EF4-FFF2-40B4-BE49-F238E27FC236}">
                <a16:creationId xmlns:a16="http://schemas.microsoft.com/office/drawing/2014/main" id="{F4271325-B9F7-4959-8AE5-080C0B17797D}"/>
              </a:ext>
            </a:extLst>
          </p:cNvPr>
          <p:cNvSpPr>
            <a:spLocks noGrp="1"/>
          </p:cNvSpPr>
          <p:nvPr/>
        </p:nvSpPr>
        <p:spPr>
          <a:xfrm>
            <a:off x="9296400" y="2938953"/>
            <a:ext cx="152400" cy="76200"/>
          </a:xfrm>
          <a:prstGeom prst="rect">
            <a:avLst/>
          </a:prstGeom>
          <a:solidFill>
            <a:srgbClr val="22395D"/>
          </a:solidFill>
        </p:spPr>
        <p:txBody>
          <a:bodyPr/>
          <a:lstStyle/>
          <a:p>
            <a:endParaRPr lang="en-US"/>
          </a:p>
        </p:txBody>
      </p:sp>
      <p:sp>
        <p:nvSpPr>
          <p:cNvPr id="33" name="Rectangle: Rounded Corners 32">
            <a:extLst>
              <a:ext uri="{FF2B5EF4-FFF2-40B4-BE49-F238E27FC236}">
                <a16:creationId xmlns:a16="http://schemas.microsoft.com/office/drawing/2014/main" id="{5B06E29A-D77B-4EDA-892B-487E3D591B0C}"/>
              </a:ext>
            </a:extLst>
          </p:cNvPr>
          <p:cNvSpPr>
            <a:spLocks noGrp="1"/>
          </p:cNvSpPr>
          <p:nvPr/>
        </p:nvSpPr>
        <p:spPr>
          <a:xfrm>
            <a:off x="8229600" y="2367453"/>
            <a:ext cx="2514600" cy="1143000"/>
          </a:xfrm>
          <a:prstGeom prst="roundRect">
            <a:avLst>
              <a:gd name="adj" fmla="val 6667"/>
            </a:avLst>
          </a:prstGeom>
          <a:solidFill>
            <a:srgbClr val="2B1959"/>
          </a:solidFill>
        </p:spPr>
        <p:txBody>
          <a:bodyPr/>
          <a:lstStyle/>
          <a:p>
            <a:endParaRPr lang="en-US"/>
          </a:p>
        </p:txBody>
      </p:sp>
      <p:sp>
        <p:nvSpPr>
          <p:cNvPr id="34" name="control-agent">
            <a:extLst>
              <a:ext uri="{FF2B5EF4-FFF2-40B4-BE49-F238E27FC236}">
                <a16:creationId xmlns:a16="http://schemas.microsoft.com/office/drawing/2014/main" id="{F4BFF1DC-268C-46A4-9ED1-DEE40E2442F3}"/>
              </a:ext>
            </a:extLst>
          </p:cNvPr>
          <p:cNvSpPr>
            <a:spLocks noGrp="1"/>
          </p:cNvSpPr>
          <p:nvPr/>
        </p:nvSpPr>
        <p:spPr>
          <a:xfrm>
            <a:off x="8458200" y="2433147"/>
            <a:ext cx="2000250" cy="562956"/>
          </a:xfrm>
          <a:prstGeom prst="rect">
            <a:avLst/>
          </a:prstGeom>
        </p:spPr>
        <p:txBody>
          <a:bodyPr lIns="0" tIns="0" rIns="0" bIns="0"/>
          <a:lstStyle/>
          <a:p>
            <a:pPr>
              <a:defRPr sz="2400" b="1" i="0">
                <a:solidFill>
                  <a:srgbClr val="FF6FE7"/>
                </a:solidFill>
              </a:defRPr>
            </a:pPr>
            <a:r>
              <a:rPr sz="4000" b="1" i="0" dirty="0">
                <a:solidFill>
                  <a:srgbClr val="FF6FE7"/>
                </a:solidFill>
              </a:rPr>
              <a:t>agent</a:t>
            </a:r>
          </a:p>
        </p:txBody>
      </p:sp>
      <p:sp>
        <p:nvSpPr>
          <p:cNvPr id="35" name="control-agent-detail">
            <a:extLst>
              <a:ext uri="{FF2B5EF4-FFF2-40B4-BE49-F238E27FC236}">
                <a16:creationId xmlns:a16="http://schemas.microsoft.com/office/drawing/2014/main" id="{DDE96AC2-3998-4EE7-8728-1F7BA39C286B}"/>
              </a:ext>
            </a:extLst>
          </p:cNvPr>
          <p:cNvSpPr>
            <a:spLocks noGrp="1"/>
          </p:cNvSpPr>
          <p:nvPr/>
        </p:nvSpPr>
        <p:spPr>
          <a:xfrm>
            <a:off x="8458200" y="3034203"/>
            <a:ext cx="2000250" cy="457200"/>
          </a:xfrm>
          <a:prstGeom prst="rect">
            <a:avLst/>
          </a:prstGeom>
        </p:spPr>
        <p:txBody>
          <a:bodyPr lIns="0" tIns="0" rIns="0" bIns="0"/>
          <a:lstStyle/>
          <a:p>
            <a:pPr>
              <a:defRPr sz="1575" b="0" i="0">
                <a:solidFill>
                  <a:srgbClr val="F8FBFF"/>
                </a:solidFill>
              </a:defRPr>
            </a:pPr>
            <a:r>
              <a:rPr sz="2400" b="0" i="0">
                <a:solidFill>
                  <a:srgbClr val="F8FBFF"/>
                </a:solidFill>
                <a:latin typeface="+mj-lt"/>
              </a:rPr>
              <a:t>role</a:t>
            </a:r>
          </a:p>
        </p:txBody>
      </p:sp>
      <p:pic>
        <p:nvPicPr>
          <p:cNvPr id="36" name="equation-copilot"/>
          <p:cNvPicPr>
            <a:picLocks noChangeAspect="1"/>
          </p:cNvPicPr>
          <p:nvPr/>
        </p:nvPicPr>
        <p:blipFill>
          <a:blip r:embed="rId3">
            <a:extLst>
              <a:ext uri="{28A0092B-C50C-407E-A947-70E740481C1C}">
                <a14:useLocalDpi xmlns:a14="http://schemas.microsoft.com/office/drawing/2010/main" val="0"/>
              </a:ext>
            </a:extLst>
          </a:blip>
          <a:srcRect/>
          <a:stretch/>
        </p:blipFill>
        <p:spPr>
          <a:xfrm>
            <a:off x="7480118" y="3961120"/>
            <a:ext cx="3327765" cy="3327765"/>
          </a:xfrm>
          <a:prstGeom prst="rect">
            <a:avLst/>
          </a:prstGeom>
        </p:spPr>
      </p:pic>
      <p:sp>
        <p:nvSpPr>
          <p:cNvPr id="37" name="source">
            <a:extLst>
              <a:ext uri="{FF2B5EF4-FFF2-40B4-BE49-F238E27FC236}">
                <a16:creationId xmlns:a16="http://schemas.microsoft.com/office/drawing/2014/main" id="{7C75F71E-303F-44C0-A1E2-A253C4B099FB}"/>
              </a:ext>
            </a:extLst>
          </p:cNvPr>
          <p:cNvSpPr>
            <a:spLocks noGrp="1"/>
          </p:cNvSpPr>
          <p:nvPr/>
        </p:nvSpPr>
        <p:spPr>
          <a:xfrm>
            <a:off x="914400" y="9696450"/>
            <a:ext cx="7620000" cy="190500"/>
          </a:xfrm>
          <a:prstGeom prst="rect">
            <a:avLst/>
          </a:prstGeom>
        </p:spPr>
        <p:txBody>
          <a:bodyPr lIns="0" tIns="0" rIns="0" bIns="0"/>
          <a:lstStyle/>
          <a:p>
            <a:pPr>
              <a:defRPr sz="1200" b="0" i="0">
                <a:solidFill>
                  <a:srgbClr val="6F7DA3"/>
                </a:solidFill>
              </a:defRPr>
            </a:pPr>
            <a:r>
              <a:rPr sz="1200" b="0" i="0" dirty="0">
                <a:solidFill>
                  <a:srgbClr val="6F7DA3"/>
                </a:solidFill>
              </a:rPr>
              <a:t>Mode + sandbox + tools + skills + agent</a:t>
            </a:r>
          </a:p>
        </p:txBody>
      </p:sp>
    </p:spTree>
    <p:extLst>
      <p:ext uri="{BB962C8B-B14F-4D97-AF65-F5344CB8AC3E}">
        <p14:creationId xmlns:p14="http://schemas.microsoft.com/office/powerpoint/2010/main" val="2128155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 Placeholder 1">
            <a:extLst>
              <a:ext uri="{FF2B5EF4-FFF2-40B4-BE49-F238E27FC236}">
                <a16:creationId xmlns:a16="http://schemas.microsoft.com/office/drawing/2014/main" id="{CA7D8FC2-F287-15AA-F2B0-2DD968831C02}"/>
              </a:ext>
            </a:extLst>
          </p:cNvPr>
          <p:cNvSpPr>
            <a:spLocks noGrp="1"/>
          </p:cNvSpPr>
          <p:nvPr>
            <p:ph type="body" sz="quarter" idx="26"/>
          </p:nvPr>
        </p:nvSpPr>
        <p:spPr>
          <a:xfrm>
            <a:off x="7155091" y="826628"/>
            <a:ext cx="4859327" cy="6858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/agent</a:t>
            </a:r>
          </a:p>
        </p:txBody>
      </p:sp>
      <p:sp>
        <p:nvSpPr>
          <p:cNvPr id="71" name="Text Placeholder 2">
            <a:extLst>
              <a:ext uri="{FF2B5EF4-FFF2-40B4-BE49-F238E27FC236}">
                <a16:creationId xmlns:a16="http://schemas.microsoft.com/office/drawing/2014/main" id="{12AB47DA-991F-E99F-699B-943738C30199}"/>
              </a:ext>
            </a:extLst>
          </p:cNvPr>
          <p:cNvSpPr>
            <a:spLocks noGrp="1"/>
          </p:cNvSpPr>
          <p:nvPr>
            <p:ph type="body" sz="quarter" idx="27"/>
          </p:nvPr>
        </p:nvSpPr>
        <p:spPr>
          <a:xfrm>
            <a:off x="7155092" y="1539051"/>
            <a:ext cx="4859325" cy="644997"/>
          </a:xfrm>
        </p:spPr>
        <p:txBody>
          <a:bodyPr/>
          <a:lstStyle/>
          <a:p>
            <a:r>
              <a:rPr lang="en-US"/>
              <a:t>Switch to a custom agent</a:t>
            </a:r>
          </a:p>
        </p:txBody>
      </p:sp>
      <p:sp>
        <p:nvSpPr>
          <p:cNvPr id="72" name="Text Placeholder 4">
            <a:extLst>
              <a:ext uri="{FF2B5EF4-FFF2-40B4-BE49-F238E27FC236}">
                <a16:creationId xmlns:a16="http://schemas.microsoft.com/office/drawing/2014/main" id="{6EC3A0E5-640F-1E40-B467-9764C74274CD}"/>
              </a:ext>
            </a:extLst>
          </p:cNvPr>
          <p:cNvSpPr>
            <a:spLocks noGrp="1"/>
          </p:cNvSpPr>
          <p:nvPr>
            <p:ph type="body" sz="quarter" idx="29"/>
          </p:nvPr>
        </p:nvSpPr>
        <p:spPr>
          <a:xfrm>
            <a:off x="7155091" y="2224851"/>
            <a:ext cx="4859327" cy="6858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/model</a:t>
            </a:r>
          </a:p>
        </p:txBody>
      </p:sp>
      <p:sp>
        <p:nvSpPr>
          <p:cNvPr id="73" name="Text Placeholder 5">
            <a:extLst>
              <a:ext uri="{FF2B5EF4-FFF2-40B4-BE49-F238E27FC236}">
                <a16:creationId xmlns:a16="http://schemas.microsoft.com/office/drawing/2014/main" id="{E835F326-6803-5A87-C3BE-F98773B83CC6}"/>
              </a:ext>
            </a:extLst>
          </p:cNvPr>
          <p:cNvSpPr>
            <a:spLocks noGrp="1"/>
          </p:cNvSpPr>
          <p:nvPr>
            <p:ph type="body" sz="quarter" idx="30"/>
          </p:nvPr>
        </p:nvSpPr>
        <p:spPr>
          <a:xfrm>
            <a:off x="7155092" y="2937275"/>
            <a:ext cx="4859325" cy="880151"/>
          </a:xfrm>
        </p:spPr>
        <p:txBody>
          <a:bodyPr/>
          <a:lstStyle/>
          <a:p>
            <a:r>
              <a:rPr lang="en-US"/>
              <a:t>View all available models and choose which to use</a:t>
            </a:r>
          </a:p>
        </p:txBody>
      </p:sp>
      <p:sp>
        <p:nvSpPr>
          <p:cNvPr id="74" name="Text Placeholder 7">
            <a:extLst>
              <a:ext uri="{FF2B5EF4-FFF2-40B4-BE49-F238E27FC236}">
                <a16:creationId xmlns:a16="http://schemas.microsoft.com/office/drawing/2014/main" id="{F51AD104-DC20-76A9-8A2B-2A4FA836F7F5}"/>
              </a:ext>
            </a:extLst>
          </p:cNvPr>
          <p:cNvSpPr>
            <a:spLocks noGrp="1"/>
          </p:cNvSpPr>
          <p:nvPr>
            <p:ph type="body" sz="quarter" idx="32"/>
          </p:nvPr>
        </p:nvSpPr>
        <p:spPr>
          <a:xfrm>
            <a:off x="12697112" y="776109"/>
            <a:ext cx="4859327" cy="6858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/plan</a:t>
            </a:r>
          </a:p>
        </p:txBody>
      </p:sp>
      <p:sp>
        <p:nvSpPr>
          <p:cNvPr id="75" name="Text Placeholder 8">
            <a:extLst>
              <a:ext uri="{FF2B5EF4-FFF2-40B4-BE49-F238E27FC236}">
                <a16:creationId xmlns:a16="http://schemas.microsoft.com/office/drawing/2014/main" id="{A17E3517-A72C-4280-7193-B2EAF2A71941}"/>
              </a:ext>
            </a:extLst>
          </p:cNvPr>
          <p:cNvSpPr>
            <a:spLocks noGrp="1"/>
          </p:cNvSpPr>
          <p:nvPr>
            <p:ph type="body" sz="quarter" idx="33"/>
          </p:nvPr>
        </p:nvSpPr>
        <p:spPr>
          <a:xfrm>
            <a:off x="12697113" y="1488533"/>
            <a:ext cx="4859325" cy="1371600"/>
          </a:xfrm>
        </p:spPr>
        <p:txBody>
          <a:bodyPr/>
          <a:lstStyle/>
          <a:p>
            <a:r>
              <a:rPr lang="en-US"/>
              <a:t>Plan out an implementation before writing any code</a:t>
            </a:r>
          </a:p>
        </p:txBody>
      </p:sp>
      <p:sp>
        <p:nvSpPr>
          <p:cNvPr id="14" name="Title 13">
            <a:extLst>
              <a:ext uri="{FF2B5EF4-FFF2-40B4-BE49-F238E27FC236}">
                <a16:creationId xmlns:a16="http://schemas.microsoft.com/office/drawing/2014/main" id="{6252EE3F-90A7-845A-7B55-AD8B27883B0F}"/>
              </a:ext>
            </a:extLst>
          </p:cNvPr>
          <p:cNvSpPr>
            <a:spLocks noGrp="1"/>
          </p:cNvSpPr>
          <p:nvPr>
            <p:ph type="ctrTitle"/>
          </p:nvPr>
        </p:nvSpPr>
        <p:spPr/>
        <p:txBody>
          <a:bodyPr/>
          <a:lstStyle/>
          <a:p>
            <a:r>
              <a:rPr lang="en-US"/>
              <a:t>Slash commands</a:t>
            </a:r>
          </a:p>
        </p:txBody>
      </p:sp>
      <p:sp>
        <p:nvSpPr>
          <p:cNvPr id="52" name="Text Placeholder 1">
            <a:extLst>
              <a:ext uri="{FF2B5EF4-FFF2-40B4-BE49-F238E27FC236}">
                <a16:creationId xmlns:a16="http://schemas.microsoft.com/office/drawing/2014/main" id="{79D3C412-5D8A-1142-53E5-2293B24800D9}"/>
              </a:ext>
            </a:extLst>
          </p:cNvPr>
          <p:cNvSpPr txBox="1">
            <a:spLocks/>
          </p:cNvSpPr>
          <p:nvPr/>
        </p:nvSpPr>
        <p:spPr>
          <a:xfrm>
            <a:off x="7155091" y="3817425"/>
            <a:ext cx="4859327" cy="685800"/>
          </a:xfrm>
          <a:prstGeom prst="rect">
            <a:avLst/>
          </a:prstGeom>
        </p:spPr>
        <p:txBody>
          <a:bodyPr vert="horz" lIns="137160" tIns="68580" rIns="137160" bIns="6858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latin typeface="Consolas" panose="02000009000000000000" pitchFamily="49" charset="0"/>
                <a:ea typeface="Consolas" panose="02000009000000000000" pitchFamily="49" charset="0"/>
                <a:cs typeface="Consolas" panose="02000009000000000000" pitchFamily="49" charset="0"/>
              </a:rPr>
              <a:t>/</a:t>
            </a:r>
            <a:r>
              <a:rPr lang="en-US" sz="2700" err="1">
                <a:latin typeface="Consolas" panose="02000009000000000000" pitchFamily="49" charset="0"/>
                <a:ea typeface="Consolas" panose="02000009000000000000" pitchFamily="49" charset="0"/>
                <a:cs typeface="Consolas" panose="02000009000000000000" pitchFamily="49" charset="0"/>
              </a:rPr>
              <a:t>mcp</a:t>
            </a:r>
            <a:endParaRPr lang="en-US" sz="2700">
              <a:latin typeface="Consolas" panose="02000009000000000000" pitchFamily="49" charset="0"/>
              <a:ea typeface="Consolas" panose="02000009000000000000" pitchFamily="49" charset="0"/>
              <a:cs typeface="Consolas" panose="02000009000000000000" pitchFamily="49" charset="0"/>
            </a:endParaRPr>
          </a:p>
        </p:txBody>
      </p:sp>
      <p:sp>
        <p:nvSpPr>
          <p:cNvPr id="53" name="Text Placeholder 2">
            <a:extLst>
              <a:ext uri="{FF2B5EF4-FFF2-40B4-BE49-F238E27FC236}">
                <a16:creationId xmlns:a16="http://schemas.microsoft.com/office/drawing/2014/main" id="{85729402-4EBE-4CB5-B32B-3BFADD2843FA}"/>
              </a:ext>
            </a:extLst>
          </p:cNvPr>
          <p:cNvSpPr txBox="1">
            <a:spLocks/>
          </p:cNvSpPr>
          <p:nvPr/>
        </p:nvSpPr>
        <p:spPr>
          <a:xfrm>
            <a:off x="7155092" y="4529849"/>
            <a:ext cx="4859325" cy="1371600"/>
          </a:xfrm>
          <a:prstGeom prst="rect">
            <a:avLst/>
          </a:prstGeom>
        </p:spPr>
        <p:txBody>
          <a:bodyPr vert="horz" lIns="137160" tIns="68580" rIns="137160" bIns="6858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Manage your MCP servers</a:t>
            </a:r>
          </a:p>
        </p:txBody>
      </p:sp>
      <p:sp>
        <p:nvSpPr>
          <p:cNvPr id="54" name="Text Placeholder 7">
            <a:extLst>
              <a:ext uri="{FF2B5EF4-FFF2-40B4-BE49-F238E27FC236}">
                <a16:creationId xmlns:a16="http://schemas.microsoft.com/office/drawing/2014/main" id="{F7A0C01A-3602-0D39-09EA-46E29CFF28C5}"/>
              </a:ext>
            </a:extLst>
          </p:cNvPr>
          <p:cNvSpPr txBox="1">
            <a:spLocks/>
          </p:cNvSpPr>
          <p:nvPr/>
        </p:nvSpPr>
        <p:spPr>
          <a:xfrm>
            <a:off x="12697115" y="2284874"/>
            <a:ext cx="4859327" cy="685800"/>
          </a:xfrm>
          <a:prstGeom prst="rect">
            <a:avLst/>
          </a:prstGeom>
        </p:spPr>
        <p:txBody>
          <a:bodyPr vert="horz" lIns="137160" tIns="68580" rIns="137160" bIns="6858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latin typeface="Consolas" panose="02000009000000000000" pitchFamily="49" charset="0"/>
                <a:ea typeface="Consolas" panose="02000009000000000000" pitchFamily="49" charset="0"/>
                <a:cs typeface="Consolas" panose="02000009000000000000" pitchFamily="49" charset="0"/>
              </a:rPr>
              <a:t>/</a:t>
            </a:r>
            <a:r>
              <a:rPr lang="en-US" sz="2700" err="1">
                <a:latin typeface="Consolas" panose="02000009000000000000" pitchFamily="49" charset="0"/>
                <a:ea typeface="Consolas" panose="02000009000000000000" pitchFamily="49" charset="0"/>
                <a:cs typeface="Consolas" panose="02000009000000000000" pitchFamily="49" charset="0"/>
              </a:rPr>
              <a:t>cwd</a:t>
            </a:r>
            <a:r>
              <a:rPr lang="en-US" sz="2700">
                <a:latin typeface="Consolas" panose="02000009000000000000" pitchFamily="49" charset="0"/>
                <a:ea typeface="Consolas" panose="02000009000000000000" pitchFamily="49" charset="0"/>
                <a:cs typeface="Consolas" panose="02000009000000000000" pitchFamily="49" charset="0"/>
              </a:rPr>
              <a:t> or /cd</a:t>
            </a:r>
          </a:p>
        </p:txBody>
      </p:sp>
      <p:sp>
        <p:nvSpPr>
          <p:cNvPr id="55" name="Text Placeholder 8">
            <a:extLst>
              <a:ext uri="{FF2B5EF4-FFF2-40B4-BE49-F238E27FC236}">
                <a16:creationId xmlns:a16="http://schemas.microsoft.com/office/drawing/2014/main" id="{7B67A19C-4443-A8E5-D3B4-EBA3F6061EF8}"/>
              </a:ext>
            </a:extLst>
          </p:cNvPr>
          <p:cNvSpPr txBox="1">
            <a:spLocks/>
          </p:cNvSpPr>
          <p:nvPr/>
        </p:nvSpPr>
        <p:spPr>
          <a:xfrm>
            <a:off x="12697116" y="2997297"/>
            <a:ext cx="4859325" cy="1371600"/>
          </a:xfrm>
          <a:prstGeom prst="rect">
            <a:avLst/>
          </a:prstGeom>
        </p:spPr>
        <p:txBody>
          <a:bodyPr vert="horz" lIns="137160" tIns="68580" rIns="137160" bIns="6858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Change working directory mid-session</a:t>
            </a:r>
          </a:p>
        </p:txBody>
      </p:sp>
      <p:sp>
        <p:nvSpPr>
          <p:cNvPr id="56" name="Text Placeholder 10">
            <a:extLst>
              <a:ext uri="{FF2B5EF4-FFF2-40B4-BE49-F238E27FC236}">
                <a16:creationId xmlns:a16="http://schemas.microsoft.com/office/drawing/2014/main" id="{668166E2-3165-E9BE-C800-908797974695}"/>
              </a:ext>
            </a:extLst>
          </p:cNvPr>
          <p:cNvSpPr txBox="1">
            <a:spLocks/>
          </p:cNvSpPr>
          <p:nvPr/>
        </p:nvSpPr>
        <p:spPr>
          <a:xfrm>
            <a:off x="12697115" y="3850824"/>
            <a:ext cx="4859327" cy="685800"/>
          </a:xfrm>
          <a:prstGeom prst="rect">
            <a:avLst/>
          </a:prstGeom>
        </p:spPr>
        <p:txBody>
          <a:bodyPr vert="horz" lIns="137160" tIns="68580" rIns="137160" bIns="6858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latin typeface="Consolas" panose="02000009000000000000" pitchFamily="49" charset="0"/>
                <a:ea typeface="Consolas" panose="02000009000000000000" pitchFamily="49" charset="0"/>
                <a:cs typeface="Consolas" panose="02000009000000000000" pitchFamily="49" charset="0"/>
              </a:rPr>
              <a:t>/reset-allowed-tools</a:t>
            </a:r>
          </a:p>
        </p:txBody>
      </p:sp>
      <p:sp>
        <p:nvSpPr>
          <p:cNvPr id="57" name="Text Placeholder 11">
            <a:extLst>
              <a:ext uri="{FF2B5EF4-FFF2-40B4-BE49-F238E27FC236}">
                <a16:creationId xmlns:a16="http://schemas.microsoft.com/office/drawing/2014/main" id="{7904D236-A598-92DA-FFBD-0606B7EA4AE6}"/>
              </a:ext>
            </a:extLst>
          </p:cNvPr>
          <p:cNvSpPr txBox="1">
            <a:spLocks/>
          </p:cNvSpPr>
          <p:nvPr/>
        </p:nvSpPr>
        <p:spPr>
          <a:xfrm>
            <a:off x="12697116" y="4563248"/>
            <a:ext cx="4859325" cy="1371600"/>
          </a:xfrm>
          <a:prstGeom prst="rect">
            <a:avLst/>
          </a:prstGeom>
        </p:spPr>
        <p:txBody>
          <a:bodyPr vert="horz" lIns="137160" tIns="68580" rIns="137160" bIns="6858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Reset Copilot’s tool permissions</a:t>
            </a:r>
          </a:p>
        </p:txBody>
      </p:sp>
      <p:sp>
        <p:nvSpPr>
          <p:cNvPr id="58" name="Text Placeholder 4">
            <a:extLst>
              <a:ext uri="{FF2B5EF4-FFF2-40B4-BE49-F238E27FC236}">
                <a16:creationId xmlns:a16="http://schemas.microsoft.com/office/drawing/2014/main" id="{F1F7B78A-CDBC-A3A6-2E94-EE233A02FE4C}"/>
              </a:ext>
            </a:extLst>
          </p:cNvPr>
          <p:cNvSpPr txBox="1">
            <a:spLocks/>
          </p:cNvSpPr>
          <p:nvPr/>
        </p:nvSpPr>
        <p:spPr>
          <a:xfrm>
            <a:off x="7155091" y="5177642"/>
            <a:ext cx="4859327" cy="685800"/>
          </a:xfrm>
          <a:prstGeom prst="rect">
            <a:avLst/>
          </a:prstGeom>
        </p:spPr>
        <p:txBody>
          <a:bodyPr vert="horz" lIns="137160" tIns="68580" rIns="137160" bIns="6858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latin typeface="Consolas" panose="02000009000000000000" pitchFamily="49" charset="0"/>
                <a:ea typeface="Consolas" panose="02000009000000000000" pitchFamily="49" charset="0"/>
                <a:cs typeface="Consolas" panose="02000009000000000000" pitchFamily="49" charset="0"/>
              </a:rPr>
              <a:t>/yolo</a:t>
            </a:r>
          </a:p>
        </p:txBody>
      </p:sp>
      <p:sp>
        <p:nvSpPr>
          <p:cNvPr id="59" name="Text Placeholder 5">
            <a:extLst>
              <a:ext uri="{FF2B5EF4-FFF2-40B4-BE49-F238E27FC236}">
                <a16:creationId xmlns:a16="http://schemas.microsoft.com/office/drawing/2014/main" id="{80ED138D-2FCC-7AFF-B7F6-54A6AE403F1A}"/>
              </a:ext>
            </a:extLst>
          </p:cNvPr>
          <p:cNvSpPr txBox="1">
            <a:spLocks/>
          </p:cNvSpPr>
          <p:nvPr/>
        </p:nvSpPr>
        <p:spPr>
          <a:xfrm>
            <a:off x="7155092" y="5890065"/>
            <a:ext cx="4859325" cy="1371600"/>
          </a:xfrm>
          <a:prstGeom prst="rect">
            <a:avLst/>
          </a:prstGeom>
        </p:spPr>
        <p:txBody>
          <a:bodyPr vert="horz" lIns="137160" tIns="68580" rIns="137160" bIns="6858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Enable all permissions</a:t>
            </a:r>
          </a:p>
        </p:txBody>
      </p:sp>
      <p:sp>
        <p:nvSpPr>
          <p:cNvPr id="60" name="Text Placeholder 10">
            <a:extLst>
              <a:ext uri="{FF2B5EF4-FFF2-40B4-BE49-F238E27FC236}">
                <a16:creationId xmlns:a16="http://schemas.microsoft.com/office/drawing/2014/main" id="{6687B382-2D81-8ECD-4FE6-3FA0EE7574D3}"/>
              </a:ext>
            </a:extLst>
          </p:cNvPr>
          <p:cNvSpPr txBox="1">
            <a:spLocks/>
          </p:cNvSpPr>
          <p:nvPr/>
        </p:nvSpPr>
        <p:spPr>
          <a:xfrm>
            <a:off x="12697115" y="5177642"/>
            <a:ext cx="4859327" cy="685800"/>
          </a:xfrm>
          <a:prstGeom prst="rect">
            <a:avLst/>
          </a:prstGeom>
        </p:spPr>
        <p:txBody>
          <a:bodyPr vert="horz" lIns="137160" tIns="68580" rIns="137160" bIns="6858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latin typeface="Consolas" panose="02000009000000000000" pitchFamily="49" charset="0"/>
                <a:ea typeface="Consolas" panose="02000009000000000000" pitchFamily="49" charset="0"/>
                <a:cs typeface="Consolas" panose="02000009000000000000" pitchFamily="49" charset="0"/>
              </a:rPr>
              <a:t>/context</a:t>
            </a:r>
          </a:p>
        </p:txBody>
      </p:sp>
      <p:sp>
        <p:nvSpPr>
          <p:cNvPr id="61" name="Text Placeholder 11">
            <a:extLst>
              <a:ext uri="{FF2B5EF4-FFF2-40B4-BE49-F238E27FC236}">
                <a16:creationId xmlns:a16="http://schemas.microsoft.com/office/drawing/2014/main" id="{61984726-8A30-584D-037A-26E4E9D1C58C}"/>
              </a:ext>
            </a:extLst>
          </p:cNvPr>
          <p:cNvSpPr txBox="1">
            <a:spLocks/>
          </p:cNvSpPr>
          <p:nvPr/>
        </p:nvSpPr>
        <p:spPr>
          <a:xfrm>
            <a:off x="12697116" y="5890065"/>
            <a:ext cx="5590884" cy="1371600"/>
          </a:xfrm>
          <a:prstGeom prst="rect">
            <a:avLst/>
          </a:prstGeom>
        </p:spPr>
        <p:txBody>
          <a:bodyPr vert="horz" lIns="137160" tIns="68580" rIns="137160" bIns="6858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Info on token usage &amp; context window</a:t>
            </a:r>
          </a:p>
        </p:txBody>
      </p:sp>
      <p:sp>
        <p:nvSpPr>
          <p:cNvPr id="62" name="Text Placeholder 4">
            <a:extLst>
              <a:ext uri="{FF2B5EF4-FFF2-40B4-BE49-F238E27FC236}">
                <a16:creationId xmlns:a16="http://schemas.microsoft.com/office/drawing/2014/main" id="{F0A99626-B97C-2E5D-D074-066565EC7C87}"/>
              </a:ext>
            </a:extLst>
          </p:cNvPr>
          <p:cNvSpPr txBox="1">
            <a:spLocks/>
          </p:cNvSpPr>
          <p:nvPr/>
        </p:nvSpPr>
        <p:spPr>
          <a:xfrm>
            <a:off x="7155091" y="6484610"/>
            <a:ext cx="4859327" cy="685800"/>
          </a:xfrm>
          <a:prstGeom prst="rect">
            <a:avLst/>
          </a:prstGeom>
        </p:spPr>
        <p:txBody>
          <a:bodyPr vert="horz" lIns="137160" tIns="68580" rIns="137160" bIns="6858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latin typeface="Consolas" panose="02000009000000000000" pitchFamily="49" charset="0"/>
                <a:ea typeface="Consolas" panose="02000009000000000000" pitchFamily="49" charset="0"/>
                <a:cs typeface="Consolas" panose="02000009000000000000" pitchFamily="49" charset="0"/>
              </a:rPr>
              <a:t>/diff</a:t>
            </a:r>
          </a:p>
        </p:txBody>
      </p:sp>
      <p:sp>
        <p:nvSpPr>
          <p:cNvPr id="63" name="Text Placeholder 5">
            <a:extLst>
              <a:ext uri="{FF2B5EF4-FFF2-40B4-BE49-F238E27FC236}">
                <a16:creationId xmlns:a16="http://schemas.microsoft.com/office/drawing/2014/main" id="{20E5248F-6BF1-6A5B-FE3D-7B4F5D4769B3}"/>
              </a:ext>
            </a:extLst>
          </p:cNvPr>
          <p:cNvSpPr txBox="1">
            <a:spLocks/>
          </p:cNvSpPr>
          <p:nvPr/>
        </p:nvSpPr>
        <p:spPr>
          <a:xfrm>
            <a:off x="7155092" y="7197033"/>
            <a:ext cx="5542020" cy="1371600"/>
          </a:xfrm>
          <a:prstGeom prst="rect">
            <a:avLst/>
          </a:prstGeom>
        </p:spPr>
        <p:txBody>
          <a:bodyPr vert="horz" lIns="137160" tIns="68580" rIns="137160" bIns="6858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Review changes made in directory</a:t>
            </a:r>
          </a:p>
        </p:txBody>
      </p:sp>
      <p:sp>
        <p:nvSpPr>
          <p:cNvPr id="64" name="Text Placeholder 10">
            <a:extLst>
              <a:ext uri="{FF2B5EF4-FFF2-40B4-BE49-F238E27FC236}">
                <a16:creationId xmlns:a16="http://schemas.microsoft.com/office/drawing/2014/main" id="{6437FACA-22B8-2502-A3E0-8E6A602CAA4A}"/>
              </a:ext>
            </a:extLst>
          </p:cNvPr>
          <p:cNvSpPr txBox="1">
            <a:spLocks/>
          </p:cNvSpPr>
          <p:nvPr/>
        </p:nvSpPr>
        <p:spPr>
          <a:xfrm>
            <a:off x="12697115" y="6484610"/>
            <a:ext cx="4859327" cy="685800"/>
          </a:xfrm>
          <a:prstGeom prst="rect">
            <a:avLst/>
          </a:prstGeom>
        </p:spPr>
        <p:txBody>
          <a:bodyPr vert="horz" lIns="137160" tIns="68580" rIns="137160" bIns="6858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latin typeface="Consolas" panose="02000009000000000000" pitchFamily="49" charset="0"/>
                <a:ea typeface="Consolas" panose="02000009000000000000" pitchFamily="49" charset="0"/>
                <a:cs typeface="Consolas" panose="02000009000000000000" pitchFamily="49" charset="0"/>
              </a:rPr>
              <a:t>/review</a:t>
            </a:r>
          </a:p>
        </p:txBody>
      </p:sp>
      <p:sp>
        <p:nvSpPr>
          <p:cNvPr id="65" name="Text Placeholder 11">
            <a:extLst>
              <a:ext uri="{FF2B5EF4-FFF2-40B4-BE49-F238E27FC236}">
                <a16:creationId xmlns:a16="http://schemas.microsoft.com/office/drawing/2014/main" id="{F3DF8AFC-30F3-BC27-8078-C75EDC678454}"/>
              </a:ext>
            </a:extLst>
          </p:cNvPr>
          <p:cNvSpPr txBox="1">
            <a:spLocks/>
          </p:cNvSpPr>
          <p:nvPr/>
        </p:nvSpPr>
        <p:spPr>
          <a:xfrm>
            <a:off x="12697115" y="7197033"/>
            <a:ext cx="5590886" cy="1371600"/>
          </a:xfrm>
          <a:prstGeom prst="rect">
            <a:avLst/>
          </a:prstGeom>
        </p:spPr>
        <p:txBody>
          <a:bodyPr vert="horz" lIns="137160" tIns="68580" rIns="137160" bIns="6858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Run a code review to analyze changes</a:t>
            </a:r>
          </a:p>
        </p:txBody>
      </p:sp>
      <p:sp>
        <p:nvSpPr>
          <p:cNvPr id="66" name="Text Placeholder 4">
            <a:extLst>
              <a:ext uri="{FF2B5EF4-FFF2-40B4-BE49-F238E27FC236}">
                <a16:creationId xmlns:a16="http://schemas.microsoft.com/office/drawing/2014/main" id="{5BDF7A2F-D9D6-F71C-ACD3-9BD7930FC054}"/>
              </a:ext>
            </a:extLst>
          </p:cNvPr>
          <p:cNvSpPr txBox="1">
            <a:spLocks/>
          </p:cNvSpPr>
          <p:nvPr/>
        </p:nvSpPr>
        <p:spPr>
          <a:xfrm>
            <a:off x="7155091" y="7842030"/>
            <a:ext cx="4859327" cy="685800"/>
          </a:xfrm>
          <a:prstGeom prst="rect">
            <a:avLst/>
          </a:prstGeom>
        </p:spPr>
        <p:txBody>
          <a:bodyPr vert="horz" lIns="137160" tIns="68580" rIns="137160" bIns="6858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latin typeface="Consolas" panose="02000009000000000000" pitchFamily="49" charset="0"/>
                <a:ea typeface="Consolas" panose="02000009000000000000" pitchFamily="49" charset="0"/>
                <a:cs typeface="Consolas" panose="02000009000000000000" pitchFamily="49" charset="0"/>
              </a:rPr>
              <a:t>/skills</a:t>
            </a:r>
          </a:p>
        </p:txBody>
      </p:sp>
      <p:sp>
        <p:nvSpPr>
          <p:cNvPr id="67" name="Text Placeholder 5">
            <a:extLst>
              <a:ext uri="{FF2B5EF4-FFF2-40B4-BE49-F238E27FC236}">
                <a16:creationId xmlns:a16="http://schemas.microsoft.com/office/drawing/2014/main" id="{79457E86-F68F-6837-248E-97CAD73DF174}"/>
              </a:ext>
            </a:extLst>
          </p:cNvPr>
          <p:cNvSpPr txBox="1">
            <a:spLocks/>
          </p:cNvSpPr>
          <p:nvPr/>
        </p:nvSpPr>
        <p:spPr>
          <a:xfrm>
            <a:off x="7155092" y="8554454"/>
            <a:ext cx="4859325" cy="1371600"/>
          </a:xfrm>
          <a:prstGeom prst="rect">
            <a:avLst/>
          </a:prstGeom>
        </p:spPr>
        <p:txBody>
          <a:bodyPr vert="horz" lIns="137160" tIns="68580" rIns="137160" bIns="6858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Manage &amp; call skills</a:t>
            </a:r>
          </a:p>
        </p:txBody>
      </p:sp>
      <p:sp>
        <p:nvSpPr>
          <p:cNvPr id="68" name="Text Placeholder 10">
            <a:extLst>
              <a:ext uri="{FF2B5EF4-FFF2-40B4-BE49-F238E27FC236}">
                <a16:creationId xmlns:a16="http://schemas.microsoft.com/office/drawing/2014/main" id="{362EC9A5-58E5-4855-BA8B-D137E0126195}"/>
              </a:ext>
            </a:extLst>
          </p:cNvPr>
          <p:cNvSpPr txBox="1">
            <a:spLocks/>
          </p:cNvSpPr>
          <p:nvPr/>
        </p:nvSpPr>
        <p:spPr>
          <a:xfrm>
            <a:off x="12697115" y="7842030"/>
            <a:ext cx="4859327" cy="685800"/>
          </a:xfrm>
          <a:prstGeom prst="rect">
            <a:avLst/>
          </a:prstGeom>
        </p:spPr>
        <p:txBody>
          <a:bodyPr vert="horz" lIns="137160" tIns="68580" rIns="137160" bIns="6858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a:latin typeface="Consolas" panose="02000009000000000000" pitchFamily="49" charset="0"/>
                <a:ea typeface="Consolas" panose="02000009000000000000" pitchFamily="49" charset="0"/>
                <a:cs typeface="Consolas" panose="02000009000000000000" pitchFamily="49" charset="0"/>
              </a:rPr>
              <a:t>/plugin</a:t>
            </a:r>
          </a:p>
        </p:txBody>
      </p:sp>
      <p:sp>
        <p:nvSpPr>
          <p:cNvPr id="69" name="Text Placeholder 11">
            <a:extLst>
              <a:ext uri="{FF2B5EF4-FFF2-40B4-BE49-F238E27FC236}">
                <a16:creationId xmlns:a16="http://schemas.microsoft.com/office/drawing/2014/main" id="{F3E0EA7E-5E6F-3717-6117-2B7613E412EF}"/>
              </a:ext>
            </a:extLst>
          </p:cNvPr>
          <p:cNvSpPr txBox="1">
            <a:spLocks/>
          </p:cNvSpPr>
          <p:nvPr/>
        </p:nvSpPr>
        <p:spPr>
          <a:xfrm>
            <a:off x="12697116" y="8554454"/>
            <a:ext cx="4859325" cy="1371600"/>
          </a:xfrm>
          <a:prstGeom prst="rect">
            <a:avLst/>
          </a:prstGeom>
        </p:spPr>
        <p:txBody>
          <a:bodyPr vert="horz" lIns="137160" tIns="68580" rIns="137160" bIns="6858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Manage and install plugins</a:t>
            </a:r>
          </a:p>
        </p:txBody>
      </p:sp>
      <p:sp>
        <p:nvSpPr>
          <p:cNvPr id="2" name="Rectangle: Rounded Corners 1">
            <a:extLst>
              <a:ext uri="{FF2B5EF4-FFF2-40B4-BE49-F238E27FC236}">
                <a16:creationId xmlns:a16="http://schemas.microsoft.com/office/drawing/2014/main" id="{572D80ED-D171-6D37-722D-98FD52820438}"/>
              </a:ext>
            </a:extLst>
          </p:cNvPr>
          <p:cNvSpPr>
            <a:spLocks noGrp="1"/>
          </p:cNvSpPr>
          <p:nvPr/>
        </p:nvSpPr>
        <p:spPr>
          <a:xfrm>
            <a:off x="1219200" y="8629650"/>
            <a:ext cx="685800" cy="571500"/>
          </a:xfrm>
          <a:prstGeom prst="roundRect">
            <a:avLst>
              <a:gd name="adj" fmla="val 13333"/>
            </a:avLst>
          </a:prstGeom>
          <a:solidFill>
            <a:srgbClr val="183254"/>
          </a:solidFill>
        </p:spPr>
        <p:txBody>
          <a:bodyPr/>
          <a:lstStyle/>
          <a:p>
            <a:endParaRPr lang="en-US" sz="2400"/>
          </a:p>
        </p:txBody>
      </p:sp>
      <p:sp>
        <p:nvSpPr>
          <p:cNvPr id="3" name="Rectangle 2">
            <a:extLst>
              <a:ext uri="{FF2B5EF4-FFF2-40B4-BE49-F238E27FC236}">
                <a16:creationId xmlns:a16="http://schemas.microsoft.com/office/drawing/2014/main" id="{9E2ED109-72A4-425F-FDC5-0370F1F716DF}"/>
              </a:ext>
            </a:extLst>
          </p:cNvPr>
          <p:cNvSpPr>
            <a:spLocks noGrp="1"/>
          </p:cNvSpPr>
          <p:nvPr/>
        </p:nvSpPr>
        <p:spPr>
          <a:xfrm>
            <a:off x="1447800" y="8724900"/>
            <a:ext cx="304800" cy="381000"/>
          </a:xfrm>
          <a:prstGeom prst="rect">
            <a:avLst/>
          </a:prstGeom>
        </p:spPr>
        <p:txBody>
          <a:bodyPr lIns="0" tIns="0" rIns="0" bIns="0"/>
          <a:lstStyle/>
          <a:p>
            <a:pPr>
              <a:defRPr sz="2400" b="1" i="0">
                <a:solidFill>
                  <a:srgbClr val="31D7F5"/>
                </a:solidFill>
              </a:defRPr>
            </a:pPr>
            <a:r>
              <a:rPr sz="3200" b="1" i="0">
                <a:solidFill>
                  <a:srgbClr val="31D7F5"/>
                </a:solidFill>
              </a:rPr>
              <a:t>?</a:t>
            </a:r>
          </a:p>
        </p:txBody>
      </p:sp>
      <p:sp>
        <p:nvSpPr>
          <p:cNvPr id="4" name="Rectangle: Rounded Corners 3">
            <a:extLst>
              <a:ext uri="{FF2B5EF4-FFF2-40B4-BE49-F238E27FC236}">
                <a16:creationId xmlns:a16="http://schemas.microsoft.com/office/drawing/2014/main" id="{BCFEC6B3-8C12-4906-4A53-AFF95A2C3F0C}"/>
              </a:ext>
            </a:extLst>
          </p:cNvPr>
          <p:cNvSpPr>
            <a:spLocks noGrp="1"/>
          </p:cNvSpPr>
          <p:nvPr/>
        </p:nvSpPr>
        <p:spPr>
          <a:xfrm>
            <a:off x="2057400" y="8610600"/>
            <a:ext cx="1447800" cy="609600"/>
          </a:xfrm>
          <a:prstGeom prst="roundRect">
            <a:avLst>
              <a:gd name="adj" fmla="val 12500"/>
            </a:avLst>
          </a:prstGeom>
          <a:solidFill>
            <a:srgbClr val="183254"/>
          </a:solidFill>
        </p:spPr>
        <p:txBody>
          <a:bodyPr/>
          <a:lstStyle/>
          <a:p>
            <a:endParaRPr lang="en-US" sz="2400"/>
          </a:p>
        </p:txBody>
      </p:sp>
      <p:sp>
        <p:nvSpPr>
          <p:cNvPr id="5" name="Rectangle 4">
            <a:extLst>
              <a:ext uri="{FF2B5EF4-FFF2-40B4-BE49-F238E27FC236}">
                <a16:creationId xmlns:a16="http://schemas.microsoft.com/office/drawing/2014/main" id="{C2238162-5BFB-E7ED-6696-85D965144BD7}"/>
              </a:ext>
            </a:extLst>
          </p:cNvPr>
          <p:cNvSpPr>
            <a:spLocks noGrp="1"/>
          </p:cNvSpPr>
          <p:nvPr/>
        </p:nvSpPr>
        <p:spPr>
          <a:xfrm>
            <a:off x="2286000" y="8763000"/>
            <a:ext cx="1047750" cy="304800"/>
          </a:xfrm>
          <a:prstGeom prst="rect">
            <a:avLst/>
          </a:prstGeom>
        </p:spPr>
        <p:txBody>
          <a:bodyPr lIns="0" tIns="0" rIns="0" bIns="0"/>
          <a:lstStyle/>
          <a:p>
            <a:pPr>
              <a:defRPr sz="1950" b="1" i="0">
                <a:solidFill>
                  <a:srgbClr val="63F4A9"/>
                </a:solidFill>
              </a:defRPr>
            </a:pPr>
            <a:r>
              <a:rPr sz="2400" b="1" i="0">
                <a:solidFill>
                  <a:srgbClr val="63F4A9"/>
                </a:solidFill>
              </a:rPr>
              <a:t>/help</a:t>
            </a:r>
          </a:p>
        </p:txBody>
      </p:sp>
      <p:sp>
        <p:nvSpPr>
          <p:cNvPr id="6" name="help-note">
            <a:extLst>
              <a:ext uri="{FF2B5EF4-FFF2-40B4-BE49-F238E27FC236}">
                <a16:creationId xmlns:a16="http://schemas.microsoft.com/office/drawing/2014/main" id="{AA746E6E-9C39-EA8E-0F09-BD6C3B6EF231}"/>
              </a:ext>
            </a:extLst>
          </p:cNvPr>
          <p:cNvSpPr>
            <a:spLocks noGrp="1"/>
          </p:cNvSpPr>
          <p:nvPr/>
        </p:nvSpPr>
        <p:spPr>
          <a:xfrm>
            <a:off x="1238250" y="9536951"/>
            <a:ext cx="4191000" cy="266700"/>
          </a:xfrm>
          <a:prstGeom prst="rect">
            <a:avLst/>
          </a:prstGeom>
        </p:spPr>
        <p:txBody>
          <a:bodyPr lIns="0" tIns="0" rIns="0" bIns="0"/>
          <a:lstStyle/>
          <a:p>
            <a:pPr>
              <a:defRPr sz="1725" b="0" i="0">
                <a:solidFill>
                  <a:srgbClr val="9BA8C7"/>
                </a:solidFill>
              </a:defRPr>
            </a:pPr>
            <a:r>
              <a:rPr sz="2400" b="0" i="0" dirty="0">
                <a:solidFill>
                  <a:srgbClr val="9BA8C7"/>
                </a:solidFill>
              </a:rPr>
              <a:t>the source of truth</a:t>
            </a:r>
          </a:p>
        </p:txBody>
      </p:sp>
      <p:sp>
        <p:nvSpPr>
          <p:cNvPr id="8" name="TextBox 7">
            <a:extLst>
              <a:ext uri="{FF2B5EF4-FFF2-40B4-BE49-F238E27FC236}">
                <a16:creationId xmlns:a16="http://schemas.microsoft.com/office/drawing/2014/main" id="{77655C58-7A29-849B-3268-AC4039E8B0D2}"/>
              </a:ext>
            </a:extLst>
          </p:cNvPr>
          <p:cNvSpPr txBox="1"/>
          <p:nvPr/>
        </p:nvSpPr>
        <p:spPr>
          <a:xfrm>
            <a:off x="1238250" y="5136838"/>
            <a:ext cx="4520524" cy="646331"/>
          </a:xfrm>
          <a:prstGeom prst="rect">
            <a:avLst/>
          </a:prstGeom>
          <a:noFill/>
        </p:spPr>
        <p:txBody>
          <a:bodyPr wrap="square">
            <a:spAutoFit/>
          </a:bodyPr>
          <a:lstStyle/>
          <a:p>
            <a:r>
              <a:rPr lang="en-US" sz="3600" b="1" i="0" dirty="0">
                <a:solidFill>
                  <a:srgbClr val="F8FBFF"/>
                </a:solidFill>
              </a:rPr>
              <a:t>the control panel</a:t>
            </a:r>
            <a:endParaRPr lang="en-US" sz="3600" dirty="0"/>
          </a:p>
        </p:txBody>
      </p:sp>
      <p:pic>
        <p:nvPicPr>
          <p:cNvPr id="9" name="commands-copilot"/>
          <p:cNvPicPr>
            <a:picLocks noChangeAspect="1"/>
          </p:cNvPicPr>
          <p:nvPr/>
        </p:nvPicPr>
        <p:blipFill>
          <a:blip r:embed="rId3"/>
          <a:stretch/>
        </p:blipFill>
        <p:spPr>
          <a:xfrm flipH="1">
            <a:off x="2545380" y="-76988"/>
            <a:ext cx="3213394" cy="3232077"/>
          </a:xfrm>
          <a:prstGeom prst="rect">
            <a:avLst/>
          </a:prstGeom>
        </p:spPr>
      </p:pic>
    </p:spTree>
    <p:extLst>
      <p:ext uri="{BB962C8B-B14F-4D97-AF65-F5344CB8AC3E}">
        <p14:creationId xmlns:p14="http://schemas.microsoft.com/office/powerpoint/2010/main" val="92033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9">
            <a:extLst>
              <a:ext uri="{FF2B5EF4-FFF2-40B4-BE49-F238E27FC236}">
                <a16:creationId xmlns:a16="http://schemas.microsoft.com/office/drawing/2014/main" id="{BF630118-E9D6-5340-EDC9-2B961038572F}"/>
              </a:ext>
            </a:extLst>
          </p:cNvPr>
          <p:cNvSpPr>
            <a:spLocks noGrp="1"/>
          </p:cNvSpPr>
          <p:nvPr>
            <p:ph idx="1"/>
          </p:nvPr>
        </p:nvSpPr>
        <p:spPr/>
        <p:txBody>
          <a:bodyPr/>
          <a:lstStyle/>
          <a:p>
            <a:pPr marL="514350" indent="-514350">
              <a:buFont typeface="Arial" panose="020B0604020202020204" pitchFamily="34" charset="0"/>
              <a:buChar char="•"/>
            </a:pPr>
            <a:r>
              <a:rPr lang="en-US"/>
              <a:t>Provide Copilot context by @-mentioning files directly in your prompt</a:t>
            </a:r>
          </a:p>
          <a:p>
            <a:pPr marL="514350" indent="-514350">
              <a:buFont typeface="Arial" panose="020B0604020202020204" pitchFamily="34" charset="0"/>
              <a:buChar char="•"/>
            </a:pPr>
            <a:r>
              <a:rPr lang="en-US"/>
              <a:t>@-mention multiple files at once, including images</a:t>
            </a:r>
          </a:p>
          <a:p>
            <a:pPr marL="514350" indent="-514350">
              <a:buFont typeface="Arial" panose="020B0604020202020204" pitchFamily="34" charset="0"/>
              <a:buChar char="•"/>
            </a:pPr>
            <a:r>
              <a:rPr lang="en-US"/>
              <a:t>Alternatively drag and drop or paste the file or image to provide context</a:t>
            </a:r>
          </a:p>
        </p:txBody>
      </p:sp>
      <p:sp>
        <p:nvSpPr>
          <p:cNvPr id="31" name="Text Placeholder 30">
            <a:extLst>
              <a:ext uri="{FF2B5EF4-FFF2-40B4-BE49-F238E27FC236}">
                <a16:creationId xmlns:a16="http://schemas.microsoft.com/office/drawing/2014/main" id="{E32C66D3-0BF4-15FF-02EA-8F0FA62AEC97}"/>
              </a:ext>
            </a:extLst>
          </p:cNvPr>
          <p:cNvSpPr>
            <a:spLocks noGrp="1"/>
          </p:cNvSpPr>
          <p:nvPr>
            <p:ph type="body" sz="quarter" idx="32"/>
          </p:nvPr>
        </p:nvSpPr>
        <p:spPr/>
        <p:txBody>
          <a:bodyPr/>
          <a:lstStyle/>
          <a:p>
            <a:r>
              <a:rPr lang="en-US"/>
              <a:t>GitHub Copilot CLI</a:t>
            </a:r>
          </a:p>
        </p:txBody>
      </p:sp>
      <p:sp>
        <p:nvSpPr>
          <p:cNvPr id="29" name="Title 28">
            <a:extLst>
              <a:ext uri="{FF2B5EF4-FFF2-40B4-BE49-F238E27FC236}">
                <a16:creationId xmlns:a16="http://schemas.microsoft.com/office/drawing/2014/main" id="{27317C21-C3AF-FEB8-29A9-DD38E1AB07DD}"/>
              </a:ext>
            </a:extLst>
          </p:cNvPr>
          <p:cNvSpPr>
            <a:spLocks noGrp="1"/>
          </p:cNvSpPr>
          <p:nvPr>
            <p:ph type="ctrTitle"/>
          </p:nvPr>
        </p:nvSpPr>
        <p:spPr/>
        <p:txBody>
          <a:bodyPr/>
          <a:lstStyle/>
          <a:p>
            <a:r>
              <a:rPr lang="en-US"/>
              <a:t>@ to mention files</a:t>
            </a:r>
          </a:p>
        </p:txBody>
      </p:sp>
      <p:sp>
        <p:nvSpPr>
          <p:cNvPr id="3" name="TextBox 2">
            <a:extLst>
              <a:ext uri="{FF2B5EF4-FFF2-40B4-BE49-F238E27FC236}">
                <a16:creationId xmlns:a16="http://schemas.microsoft.com/office/drawing/2014/main" id="{A4B7193F-55AB-5E3C-2379-49524B0247E7}"/>
              </a:ext>
            </a:extLst>
          </p:cNvPr>
          <p:cNvSpPr txBox="1"/>
          <p:nvPr/>
        </p:nvSpPr>
        <p:spPr>
          <a:xfrm>
            <a:off x="1257126" y="8030714"/>
            <a:ext cx="9140991" cy="646331"/>
          </a:xfrm>
          <a:prstGeom prst="rect">
            <a:avLst/>
          </a:prstGeom>
          <a:noFill/>
        </p:spPr>
        <p:txBody>
          <a:bodyPr wrap="square">
            <a:spAutoFit/>
          </a:bodyPr>
          <a:lstStyle/>
          <a:p>
            <a:pPr algn="r"/>
            <a:r>
              <a:rPr lang="en-US" sz="3600"/>
              <a:t>ALT+V / CMD+V to paste images into CLI</a:t>
            </a:r>
          </a:p>
        </p:txBody>
      </p:sp>
      <p:pic>
        <p:nvPicPr>
          <p:cNvPr id="4" name="Picture 3">
            <a:extLst>
              <a:ext uri="{FF2B5EF4-FFF2-40B4-BE49-F238E27FC236}">
                <a16:creationId xmlns:a16="http://schemas.microsoft.com/office/drawing/2014/main" id="{BCD43D79-2123-E963-90CB-BAA94B4B80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574590" y="7424534"/>
            <a:ext cx="6929489" cy="1800239"/>
          </a:xfrm>
          <a:prstGeom prst="rect">
            <a:avLst/>
          </a:prstGeom>
        </p:spPr>
      </p:pic>
    </p:spTree>
    <p:extLst>
      <p:ext uri="{BB962C8B-B14F-4D97-AF65-F5344CB8AC3E}">
        <p14:creationId xmlns:p14="http://schemas.microsoft.com/office/powerpoint/2010/main" val="2080263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kicker">
            <a:extLst>
              <a:ext uri="{FF2B5EF4-FFF2-40B4-BE49-F238E27FC236}">
                <a16:creationId xmlns:a16="http://schemas.microsoft.com/office/drawing/2014/main" id="{7E7E1DE3-E5E0-4C13-B7F2-1213B3C94CF3}"/>
              </a:ext>
            </a:extLst>
          </p:cNvPr>
          <p:cNvSpPr>
            <a:spLocks noGrp="1"/>
          </p:cNvSpPr>
          <p:nvPr/>
        </p:nvSpPr>
        <p:spPr>
          <a:xfrm>
            <a:off x="914400" y="685800"/>
            <a:ext cx="9525000" cy="285750"/>
          </a:xfrm>
          <a:prstGeom prst="rect">
            <a:avLst/>
          </a:prstGeom>
        </p:spPr>
        <p:txBody>
          <a:bodyPr lIns="0" tIns="0" rIns="0" bIns="0"/>
          <a:lstStyle/>
          <a:p>
            <a:pPr>
              <a:defRPr sz="1800" b="1" i="0">
                <a:solidFill>
                  <a:srgbClr val="31D7F5"/>
                </a:solidFill>
              </a:defRPr>
            </a:pPr>
            <a:r>
              <a:rPr sz="2800" b="1" i="0" dirty="0">
                <a:solidFill>
                  <a:srgbClr val="31D7F5"/>
                </a:solidFill>
              </a:rPr>
              <a:t>MODE</a:t>
            </a:r>
          </a:p>
        </p:txBody>
      </p:sp>
      <p:sp>
        <p:nvSpPr>
          <p:cNvPr id="5" name="slide-title">
            <a:extLst>
              <a:ext uri="{FF2B5EF4-FFF2-40B4-BE49-F238E27FC236}">
                <a16:creationId xmlns:a16="http://schemas.microsoft.com/office/drawing/2014/main" id="{1BF01599-4B26-44F6-BFED-F36EC3676D53}"/>
              </a:ext>
            </a:extLst>
          </p:cNvPr>
          <p:cNvSpPr>
            <a:spLocks noGrp="1"/>
          </p:cNvSpPr>
          <p:nvPr/>
        </p:nvSpPr>
        <p:spPr>
          <a:xfrm>
            <a:off x="914400" y="1123950"/>
            <a:ext cx="12573000" cy="685800"/>
          </a:xfrm>
          <a:prstGeom prst="rect">
            <a:avLst/>
          </a:prstGeom>
        </p:spPr>
        <p:txBody>
          <a:bodyPr lIns="0" tIns="0" rIns="0" bIns="0"/>
          <a:lstStyle/>
          <a:p>
            <a:pPr>
              <a:defRPr sz="4500" b="1" i="0">
                <a:solidFill>
                  <a:srgbClr val="F8FBFF"/>
                </a:solidFill>
              </a:defRPr>
            </a:pPr>
            <a:r>
              <a:rPr sz="4500" b="1" i="0" dirty="0">
                <a:solidFill>
                  <a:srgbClr val="F8FBFF"/>
                </a:solidFill>
              </a:rPr>
              <a:t>Choose the amount of initiative</a:t>
            </a:r>
          </a:p>
        </p:txBody>
      </p:sp>
      <p:sp>
        <p:nvSpPr>
          <p:cNvPr id="6" name="Rectangle: Rounded Corners 5">
            <a:extLst>
              <a:ext uri="{FF2B5EF4-FFF2-40B4-BE49-F238E27FC236}">
                <a16:creationId xmlns:a16="http://schemas.microsoft.com/office/drawing/2014/main" id="{8B0D42FF-D604-4B3A-BE59-1AA1DE5B1CB7}"/>
              </a:ext>
            </a:extLst>
          </p:cNvPr>
          <p:cNvSpPr>
            <a:spLocks noGrp="1"/>
          </p:cNvSpPr>
          <p:nvPr/>
        </p:nvSpPr>
        <p:spPr>
          <a:xfrm>
            <a:off x="1295400" y="4800600"/>
            <a:ext cx="3657600" cy="2895600"/>
          </a:xfrm>
          <a:prstGeom prst="roundRect">
            <a:avLst>
              <a:gd name="adj" fmla="val 2632"/>
            </a:avLst>
          </a:prstGeom>
          <a:solidFill>
            <a:srgbClr val="0B314F"/>
          </a:solidFill>
        </p:spPr>
        <p:txBody>
          <a:bodyPr/>
          <a:lstStyle/>
          <a:p>
            <a:endParaRPr lang="en-US"/>
          </a:p>
        </p:txBody>
      </p:sp>
      <p:pic>
        <p:nvPicPr>
          <p:cNvPr id="7" name="plan-copilot"/>
          <p:cNvPicPr>
            <a:picLocks noChangeAspect="1"/>
          </p:cNvPicPr>
          <p:nvPr/>
        </p:nvPicPr>
        <p:blipFill>
          <a:blip r:embed="rId3"/>
          <a:stretch/>
        </p:blipFill>
        <p:spPr>
          <a:xfrm>
            <a:off x="2044406" y="3333750"/>
            <a:ext cx="2083387" cy="2095500"/>
          </a:xfrm>
          <a:prstGeom prst="rect">
            <a:avLst/>
          </a:prstGeom>
        </p:spPr>
      </p:pic>
      <p:sp>
        <p:nvSpPr>
          <p:cNvPr id="8" name="mode-Plan">
            <a:extLst>
              <a:ext uri="{FF2B5EF4-FFF2-40B4-BE49-F238E27FC236}">
                <a16:creationId xmlns:a16="http://schemas.microsoft.com/office/drawing/2014/main" id="{9DC9053A-813B-4F13-9FEB-307381DFE9F8}"/>
              </a:ext>
            </a:extLst>
          </p:cNvPr>
          <p:cNvSpPr>
            <a:spLocks noGrp="1"/>
          </p:cNvSpPr>
          <p:nvPr/>
        </p:nvSpPr>
        <p:spPr>
          <a:xfrm>
            <a:off x="1638300" y="7981950"/>
            <a:ext cx="2857500" cy="552450"/>
          </a:xfrm>
          <a:prstGeom prst="rect">
            <a:avLst/>
          </a:prstGeom>
        </p:spPr>
        <p:txBody>
          <a:bodyPr lIns="0" tIns="0" rIns="0" bIns="0"/>
          <a:lstStyle/>
          <a:p>
            <a:pPr>
              <a:defRPr sz="3600" b="1" i="0">
                <a:solidFill>
                  <a:srgbClr val="F8FBFF"/>
                </a:solidFill>
              </a:defRPr>
            </a:pPr>
            <a:r>
              <a:rPr sz="3600" b="1" i="0">
                <a:solidFill>
                  <a:srgbClr val="F8FBFF"/>
                </a:solidFill>
              </a:rPr>
              <a:t>Plan</a:t>
            </a:r>
          </a:p>
        </p:txBody>
      </p:sp>
      <p:sp>
        <p:nvSpPr>
          <p:cNvPr id="9" name="mode-Plan-detail">
            <a:extLst>
              <a:ext uri="{FF2B5EF4-FFF2-40B4-BE49-F238E27FC236}">
                <a16:creationId xmlns:a16="http://schemas.microsoft.com/office/drawing/2014/main" id="{3CE0C861-8177-434E-8312-C29A9F623278}"/>
              </a:ext>
            </a:extLst>
          </p:cNvPr>
          <p:cNvSpPr>
            <a:spLocks noGrp="1"/>
          </p:cNvSpPr>
          <p:nvPr/>
        </p:nvSpPr>
        <p:spPr>
          <a:xfrm>
            <a:off x="1676400" y="8648700"/>
            <a:ext cx="2857500" cy="285750"/>
          </a:xfrm>
          <a:prstGeom prst="rect">
            <a:avLst/>
          </a:prstGeom>
        </p:spPr>
        <p:txBody>
          <a:bodyPr lIns="0" tIns="0" rIns="0" bIns="0"/>
          <a:lstStyle/>
          <a:p>
            <a:pPr>
              <a:defRPr sz="1875" b="1" i="0">
                <a:solidFill>
                  <a:srgbClr val="31D7F5"/>
                </a:solidFill>
              </a:defRPr>
            </a:pPr>
            <a:r>
              <a:rPr sz="1875" b="1" i="0">
                <a:solidFill>
                  <a:srgbClr val="31D7F5"/>
                </a:solidFill>
              </a:rPr>
              <a:t>think first</a:t>
            </a:r>
          </a:p>
        </p:txBody>
      </p:sp>
      <p:sp>
        <p:nvSpPr>
          <p:cNvPr id="10" name="Rectangle: Rounded Corners 9">
            <a:extLst>
              <a:ext uri="{FF2B5EF4-FFF2-40B4-BE49-F238E27FC236}">
                <a16:creationId xmlns:a16="http://schemas.microsoft.com/office/drawing/2014/main" id="{EBBC6309-EC06-4501-B6C2-60A42C1C3122}"/>
              </a:ext>
            </a:extLst>
          </p:cNvPr>
          <p:cNvSpPr>
            <a:spLocks noGrp="1"/>
          </p:cNvSpPr>
          <p:nvPr/>
        </p:nvSpPr>
        <p:spPr>
          <a:xfrm>
            <a:off x="7149806" y="3687160"/>
            <a:ext cx="3657600" cy="4038600"/>
          </a:xfrm>
          <a:prstGeom prst="roundRect">
            <a:avLst>
              <a:gd name="adj" fmla="val 2083"/>
            </a:avLst>
          </a:prstGeom>
          <a:solidFill>
            <a:srgbClr val="24184A"/>
          </a:solidFill>
        </p:spPr>
        <p:txBody>
          <a:bodyPr/>
          <a:lstStyle/>
          <a:p>
            <a:endParaRPr lang="en-US"/>
          </a:p>
        </p:txBody>
      </p:sp>
      <p:pic>
        <p:nvPicPr>
          <p:cNvPr id="11" name="normal-copilot"/>
          <p:cNvPicPr>
            <a:picLocks noChangeAspect="1"/>
          </p:cNvPicPr>
          <p:nvPr/>
        </p:nvPicPr>
        <p:blipFill>
          <a:blip r:embed="rId4"/>
          <a:stretch/>
        </p:blipFill>
        <p:spPr>
          <a:xfrm>
            <a:off x="7894726" y="2254630"/>
            <a:ext cx="2095500" cy="2095500"/>
          </a:xfrm>
          <a:prstGeom prst="rect">
            <a:avLst/>
          </a:prstGeom>
        </p:spPr>
      </p:pic>
      <p:sp>
        <p:nvSpPr>
          <p:cNvPr id="12" name="mode-Normal">
            <a:extLst>
              <a:ext uri="{FF2B5EF4-FFF2-40B4-BE49-F238E27FC236}">
                <a16:creationId xmlns:a16="http://schemas.microsoft.com/office/drawing/2014/main" id="{07B401D5-B20B-4C9E-8A5B-6ED6E60036DC}"/>
              </a:ext>
            </a:extLst>
          </p:cNvPr>
          <p:cNvSpPr>
            <a:spLocks noGrp="1"/>
          </p:cNvSpPr>
          <p:nvPr/>
        </p:nvSpPr>
        <p:spPr>
          <a:xfrm>
            <a:off x="7549856" y="8011510"/>
            <a:ext cx="2857500" cy="552450"/>
          </a:xfrm>
          <a:prstGeom prst="rect">
            <a:avLst/>
          </a:prstGeom>
        </p:spPr>
        <p:txBody>
          <a:bodyPr lIns="0" tIns="0" rIns="0" bIns="0"/>
          <a:lstStyle/>
          <a:p>
            <a:pPr>
              <a:defRPr sz="3600" b="1" i="0">
                <a:solidFill>
                  <a:srgbClr val="F8FBFF"/>
                </a:solidFill>
              </a:defRPr>
            </a:pPr>
            <a:r>
              <a:rPr sz="3600" b="1" i="0">
                <a:solidFill>
                  <a:srgbClr val="F8FBFF"/>
                </a:solidFill>
              </a:rPr>
              <a:t>Normal</a:t>
            </a:r>
          </a:p>
        </p:txBody>
      </p:sp>
      <p:sp>
        <p:nvSpPr>
          <p:cNvPr id="13" name="mode-Normal-detail">
            <a:extLst>
              <a:ext uri="{FF2B5EF4-FFF2-40B4-BE49-F238E27FC236}">
                <a16:creationId xmlns:a16="http://schemas.microsoft.com/office/drawing/2014/main" id="{1A88A809-5326-43B4-A5C7-8FCA78C15EC2}"/>
              </a:ext>
            </a:extLst>
          </p:cNvPr>
          <p:cNvSpPr>
            <a:spLocks noGrp="1"/>
          </p:cNvSpPr>
          <p:nvPr/>
        </p:nvSpPr>
        <p:spPr>
          <a:xfrm>
            <a:off x="7587956" y="8678260"/>
            <a:ext cx="2857500" cy="285750"/>
          </a:xfrm>
          <a:prstGeom prst="rect">
            <a:avLst/>
          </a:prstGeom>
        </p:spPr>
        <p:txBody>
          <a:bodyPr lIns="0" tIns="0" rIns="0" bIns="0"/>
          <a:lstStyle/>
          <a:p>
            <a:pPr>
              <a:defRPr sz="1875" b="1" i="0">
                <a:solidFill>
                  <a:srgbClr val="A66BFF"/>
                </a:solidFill>
              </a:defRPr>
            </a:pPr>
            <a:r>
              <a:rPr sz="1875" b="1" i="0">
                <a:solidFill>
                  <a:srgbClr val="A66BFF"/>
                </a:solidFill>
              </a:rPr>
              <a:t>pair loop</a:t>
            </a:r>
          </a:p>
        </p:txBody>
      </p:sp>
      <p:sp>
        <p:nvSpPr>
          <p:cNvPr id="14" name="Rectangle: Rounded Corners 13">
            <a:extLst>
              <a:ext uri="{FF2B5EF4-FFF2-40B4-BE49-F238E27FC236}">
                <a16:creationId xmlns:a16="http://schemas.microsoft.com/office/drawing/2014/main" id="{16C2E553-F936-432B-A721-44C7BE6393E7}"/>
              </a:ext>
            </a:extLst>
          </p:cNvPr>
          <p:cNvSpPr>
            <a:spLocks noGrp="1"/>
          </p:cNvSpPr>
          <p:nvPr/>
        </p:nvSpPr>
        <p:spPr>
          <a:xfrm>
            <a:off x="12407606" y="2544160"/>
            <a:ext cx="3657600" cy="5181600"/>
          </a:xfrm>
          <a:prstGeom prst="roundRect">
            <a:avLst>
              <a:gd name="adj" fmla="val 2083"/>
            </a:avLst>
          </a:prstGeom>
          <a:solidFill>
            <a:srgbClr val="101A38"/>
          </a:solidFill>
        </p:spPr>
        <p:txBody>
          <a:bodyPr/>
          <a:lstStyle/>
          <a:p>
            <a:endParaRPr lang="en-US"/>
          </a:p>
        </p:txBody>
      </p:sp>
      <p:pic>
        <p:nvPicPr>
          <p:cNvPr id="15" name="autopilot-copilot"/>
          <p:cNvPicPr>
            <a:picLocks noChangeAspect="1"/>
          </p:cNvPicPr>
          <p:nvPr/>
        </p:nvPicPr>
        <p:blipFill>
          <a:blip r:embed="rId5"/>
          <a:stretch/>
        </p:blipFill>
        <p:spPr>
          <a:xfrm>
            <a:off x="13188656" y="1077310"/>
            <a:ext cx="2095500" cy="2095500"/>
          </a:xfrm>
          <a:prstGeom prst="rect">
            <a:avLst/>
          </a:prstGeom>
        </p:spPr>
      </p:pic>
      <p:sp>
        <p:nvSpPr>
          <p:cNvPr id="16" name="mode-Autopilot">
            <a:extLst>
              <a:ext uri="{FF2B5EF4-FFF2-40B4-BE49-F238E27FC236}">
                <a16:creationId xmlns:a16="http://schemas.microsoft.com/office/drawing/2014/main" id="{C9339E50-8156-40A0-95E6-54730F32AE14}"/>
              </a:ext>
            </a:extLst>
          </p:cNvPr>
          <p:cNvSpPr>
            <a:spLocks noGrp="1"/>
          </p:cNvSpPr>
          <p:nvPr/>
        </p:nvSpPr>
        <p:spPr>
          <a:xfrm>
            <a:off x="12788606" y="8011510"/>
            <a:ext cx="2857500" cy="552450"/>
          </a:xfrm>
          <a:prstGeom prst="rect">
            <a:avLst/>
          </a:prstGeom>
        </p:spPr>
        <p:txBody>
          <a:bodyPr lIns="0" tIns="0" rIns="0" bIns="0"/>
          <a:lstStyle/>
          <a:p>
            <a:pPr>
              <a:defRPr sz="3600" b="1" i="0">
                <a:solidFill>
                  <a:srgbClr val="F8FBFF"/>
                </a:solidFill>
              </a:defRPr>
            </a:pPr>
            <a:r>
              <a:rPr sz="3600" b="1" i="0">
                <a:solidFill>
                  <a:srgbClr val="F8FBFF"/>
                </a:solidFill>
              </a:rPr>
              <a:t>Autopilot</a:t>
            </a:r>
          </a:p>
        </p:txBody>
      </p:sp>
      <p:sp>
        <p:nvSpPr>
          <p:cNvPr id="17" name="mode-Autopilot-detail">
            <a:extLst>
              <a:ext uri="{FF2B5EF4-FFF2-40B4-BE49-F238E27FC236}">
                <a16:creationId xmlns:a16="http://schemas.microsoft.com/office/drawing/2014/main" id="{38915B2E-D2A9-4332-9C60-6FF9FF6ADFAE}"/>
              </a:ext>
            </a:extLst>
          </p:cNvPr>
          <p:cNvSpPr>
            <a:spLocks noGrp="1"/>
          </p:cNvSpPr>
          <p:nvPr/>
        </p:nvSpPr>
        <p:spPr>
          <a:xfrm>
            <a:off x="12826706" y="8678260"/>
            <a:ext cx="2857500" cy="285750"/>
          </a:xfrm>
          <a:prstGeom prst="rect">
            <a:avLst/>
          </a:prstGeom>
        </p:spPr>
        <p:txBody>
          <a:bodyPr lIns="0" tIns="0" rIns="0" bIns="0"/>
          <a:lstStyle/>
          <a:p>
            <a:pPr>
              <a:defRPr sz="1875" b="1" i="0">
                <a:solidFill>
                  <a:srgbClr val="D7FF4A"/>
                </a:solidFill>
              </a:defRPr>
            </a:pPr>
            <a:r>
              <a:rPr sz="1875" b="1" i="0">
                <a:solidFill>
                  <a:srgbClr val="D7FF4A"/>
                </a:solidFill>
              </a:rPr>
              <a:t>continue</a:t>
            </a:r>
          </a:p>
        </p:txBody>
      </p:sp>
      <p:sp>
        <p:nvSpPr>
          <p:cNvPr id="18" name="Rectangle: Rounded Corners 17">
            <a:extLst>
              <a:ext uri="{FF2B5EF4-FFF2-40B4-BE49-F238E27FC236}">
                <a16:creationId xmlns:a16="http://schemas.microsoft.com/office/drawing/2014/main" id="{B13792A2-BB1E-43FB-A7EB-603982530AFA}"/>
              </a:ext>
            </a:extLst>
          </p:cNvPr>
          <p:cNvSpPr>
            <a:spLocks noGrp="1"/>
          </p:cNvSpPr>
          <p:nvPr/>
        </p:nvSpPr>
        <p:spPr>
          <a:xfrm>
            <a:off x="15106650" y="627665"/>
            <a:ext cx="2362200" cy="685800"/>
          </a:xfrm>
          <a:prstGeom prst="roundRect">
            <a:avLst>
              <a:gd name="adj" fmla="val 11111"/>
            </a:avLst>
          </a:prstGeom>
          <a:solidFill>
            <a:srgbClr val="11213A"/>
          </a:solidFill>
        </p:spPr>
        <p:txBody>
          <a:bodyPr/>
          <a:lstStyle/>
          <a:p>
            <a:endParaRPr lang="en-US"/>
          </a:p>
        </p:txBody>
      </p:sp>
      <p:sp>
        <p:nvSpPr>
          <p:cNvPr id="19" name="mode-hotkey">
            <a:extLst>
              <a:ext uri="{FF2B5EF4-FFF2-40B4-BE49-F238E27FC236}">
                <a16:creationId xmlns:a16="http://schemas.microsoft.com/office/drawing/2014/main" id="{9EE9048B-A1C2-4510-A169-B78F7EF6CD95}"/>
              </a:ext>
            </a:extLst>
          </p:cNvPr>
          <p:cNvSpPr>
            <a:spLocks noGrp="1"/>
          </p:cNvSpPr>
          <p:nvPr/>
        </p:nvSpPr>
        <p:spPr>
          <a:xfrm>
            <a:off x="15106650" y="711419"/>
            <a:ext cx="2362200" cy="309070"/>
          </a:xfrm>
          <a:prstGeom prst="rect">
            <a:avLst/>
          </a:prstGeom>
        </p:spPr>
        <p:txBody>
          <a:bodyPr lIns="0" tIns="0" rIns="0" bIns="0"/>
          <a:lstStyle/>
          <a:p>
            <a:pPr algn="ctr">
              <a:defRPr sz="2175" b="1" i="0">
                <a:solidFill>
                  <a:srgbClr val="31D7F5"/>
                </a:solidFill>
              </a:defRPr>
            </a:pPr>
            <a:r>
              <a:rPr lang="en-US" sz="2800" b="1" i="0" dirty="0">
                <a:solidFill>
                  <a:srgbClr val="31D7F5"/>
                </a:solidFill>
              </a:rPr>
              <a:t>[</a:t>
            </a:r>
            <a:r>
              <a:rPr sz="2800" b="1" i="0" dirty="0" err="1">
                <a:solidFill>
                  <a:srgbClr val="31D7F5"/>
                </a:solidFill>
              </a:rPr>
              <a:t>Shift+Tab</a:t>
            </a:r>
            <a:r>
              <a:rPr lang="en-US" sz="2800" b="1" i="0" dirty="0">
                <a:solidFill>
                  <a:srgbClr val="31D7F5"/>
                </a:solidFill>
              </a:rPr>
              <a:t>]</a:t>
            </a:r>
            <a:endParaRPr sz="2800" b="1" i="0" dirty="0">
              <a:solidFill>
                <a:srgbClr val="31D7F5"/>
              </a:solidFill>
            </a:endParaRPr>
          </a:p>
        </p:txBody>
      </p:sp>
      <p:sp>
        <p:nvSpPr>
          <p:cNvPr id="20" name="mode-hotkey-note">
            <a:extLst>
              <a:ext uri="{FF2B5EF4-FFF2-40B4-BE49-F238E27FC236}">
                <a16:creationId xmlns:a16="http://schemas.microsoft.com/office/drawing/2014/main" id="{21933A59-2D01-4938-9D1C-E30A495A00C7}"/>
              </a:ext>
            </a:extLst>
          </p:cNvPr>
          <p:cNvSpPr>
            <a:spLocks noGrp="1"/>
          </p:cNvSpPr>
          <p:nvPr/>
        </p:nvSpPr>
        <p:spPr>
          <a:xfrm>
            <a:off x="15382875" y="1322990"/>
            <a:ext cx="1809750" cy="266700"/>
          </a:xfrm>
          <a:prstGeom prst="rect">
            <a:avLst/>
          </a:prstGeom>
        </p:spPr>
        <p:txBody>
          <a:bodyPr lIns="0" tIns="0" rIns="0" bIns="0"/>
          <a:lstStyle/>
          <a:p>
            <a:pPr algn="ctr">
              <a:defRPr sz="1725" b="0" i="0">
                <a:solidFill>
                  <a:srgbClr val="9BA8C7"/>
                </a:solidFill>
              </a:defRPr>
            </a:pPr>
            <a:r>
              <a:rPr sz="2400" b="0" i="0" dirty="0">
                <a:solidFill>
                  <a:srgbClr val="9BA8C7"/>
                </a:solidFill>
              </a:rPr>
              <a:t>cycles modes</a:t>
            </a:r>
          </a:p>
        </p:txBody>
      </p:sp>
      <p:sp>
        <p:nvSpPr>
          <p:cNvPr id="21" name="source">
            <a:extLst>
              <a:ext uri="{FF2B5EF4-FFF2-40B4-BE49-F238E27FC236}">
                <a16:creationId xmlns:a16="http://schemas.microsoft.com/office/drawing/2014/main" id="{789086E6-787A-4B74-B8E7-D7D98BA4F7E6}"/>
              </a:ext>
            </a:extLst>
          </p:cNvPr>
          <p:cNvSpPr>
            <a:spLocks noGrp="1"/>
          </p:cNvSpPr>
          <p:nvPr/>
        </p:nvSpPr>
        <p:spPr>
          <a:xfrm>
            <a:off x="914400" y="9696450"/>
            <a:ext cx="7620000" cy="190500"/>
          </a:xfrm>
          <a:prstGeom prst="rect">
            <a:avLst/>
          </a:prstGeom>
        </p:spPr>
        <p:txBody>
          <a:bodyPr lIns="0" tIns="0" rIns="0" bIns="0"/>
          <a:lstStyle/>
          <a:p>
            <a:pPr>
              <a:defRPr sz="1200" b="0" i="0">
                <a:solidFill>
                  <a:srgbClr val="6F7DA3"/>
                </a:solidFill>
              </a:defRPr>
            </a:pPr>
            <a:r>
              <a:rPr sz="1200" b="0" i="0">
                <a:solidFill>
                  <a:srgbClr val="6F7DA3"/>
                </a:solidFill>
              </a:rPr>
              <a:t>Modes: standard, plan, autopilot</a:t>
            </a:r>
          </a:p>
        </p:txBody>
      </p:sp>
      <p:sp>
        <p:nvSpPr>
          <p:cNvPr id="24" name="TextBox 23">
            <a:extLst>
              <a:ext uri="{FF2B5EF4-FFF2-40B4-BE49-F238E27FC236}">
                <a16:creationId xmlns:a16="http://schemas.microsoft.com/office/drawing/2014/main" id="{00BEF3FC-E094-2DFA-0E98-5A0368DDF81B}"/>
              </a:ext>
            </a:extLst>
          </p:cNvPr>
          <p:cNvSpPr txBox="1"/>
          <p:nvPr/>
        </p:nvSpPr>
        <p:spPr>
          <a:xfrm>
            <a:off x="13262886" y="4350130"/>
            <a:ext cx="1947040" cy="1569660"/>
          </a:xfrm>
          <a:prstGeom prst="rect">
            <a:avLst/>
          </a:prstGeom>
          <a:noFill/>
        </p:spPr>
        <p:txBody>
          <a:bodyPr wrap="square">
            <a:spAutoFit/>
          </a:bodyPr>
          <a:lstStyle/>
          <a:p>
            <a:pPr algn="ctr"/>
            <a:r>
              <a:rPr lang="en-US" sz="9600" dirty="0"/>
              <a:t>🫣</a:t>
            </a:r>
          </a:p>
        </p:txBody>
      </p:sp>
      <p:sp>
        <p:nvSpPr>
          <p:cNvPr id="25" name="TextBox 24">
            <a:extLst>
              <a:ext uri="{FF2B5EF4-FFF2-40B4-BE49-F238E27FC236}">
                <a16:creationId xmlns:a16="http://schemas.microsoft.com/office/drawing/2014/main" id="{75A46E51-4806-8D7F-CCA8-348C52B5329D}"/>
              </a:ext>
            </a:extLst>
          </p:cNvPr>
          <p:cNvSpPr txBox="1"/>
          <p:nvPr/>
        </p:nvSpPr>
        <p:spPr>
          <a:xfrm>
            <a:off x="2180753" y="5558820"/>
            <a:ext cx="1947040" cy="1569660"/>
          </a:xfrm>
          <a:prstGeom prst="rect">
            <a:avLst/>
          </a:prstGeom>
          <a:noFill/>
        </p:spPr>
        <p:txBody>
          <a:bodyPr wrap="square">
            <a:spAutoFit/>
          </a:bodyPr>
          <a:lstStyle/>
          <a:p>
            <a:pPr algn="ctr"/>
            <a:r>
              <a:rPr lang="en-US" sz="9600" dirty="0"/>
              <a:t>🤔</a:t>
            </a:r>
          </a:p>
        </p:txBody>
      </p:sp>
      <p:sp>
        <p:nvSpPr>
          <p:cNvPr id="26" name="TextBox 25">
            <a:extLst>
              <a:ext uri="{FF2B5EF4-FFF2-40B4-BE49-F238E27FC236}">
                <a16:creationId xmlns:a16="http://schemas.microsoft.com/office/drawing/2014/main" id="{D7F02038-B473-02B4-9130-778EE67A61B8}"/>
              </a:ext>
            </a:extLst>
          </p:cNvPr>
          <p:cNvSpPr txBox="1"/>
          <p:nvPr/>
        </p:nvSpPr>
        <p:spPr>
          <a:xfrm>
            <a:off x="8043186" y="4921630"/>
            <a:ext cx="1947040" cy="1569660"/>
          </a:xfrm>
          <a:prstGeom prst="rect">
            <a:avLst/>
          </a:prstGeom>
          <a:noFill/>
        </p:spPr>
        <p:txBody>
          <a:bodyPr wrap="square">
            <a:spAutoFit/>
          </a:bodyPr>
          <a:lstStyle/>
          <a:p>
            <a:pPr algn="ctr"/>
            <a:r>
              <a:rPr lang="en-US" sz="9600" dirty="0"/>
              <a:t>⌨️</a:t>
            </a:r>
          </a:p>
        </p:txBody>
      </p:sp>
    </p:spTree>
    <p:extLst>
      <p:ext uri="{BB962C8B-B14F-4D97-AF65-F5344CB8AC3E}">
        <p14:creationId xmlns:p14="http://schemas.microsoft.com/office/powerpoint/2010/main" val="1109178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kicker">
            <a:extLst>
              <a:ext uri="{FF2B5EF4-FFF2-40B4-BE49-F238E27FC236}">
                <a16:creationId xmlns:a16="http://schemas.microsoft.com/office/drawing/2014/main" id="{77019E5D-5F0F-4363-8451-B4E6A3FB8759}"/>
              </a:ext>
            </a:extLst>
          </p:cNvPr>
          <p:cNvSpPr>
            <a:spLocks noGrp="1"/>
          </p:cNvSpPr>
          <p:nvPr/>
        </p:nvSpPr>
        <p:spPr>
          <a:xfrm>
            <a:off x="914400" y="685800"/>
            <a:ext cx="9525000" cy="285750"/>
          </a:xfrm>
          <a:prstGeom prst="rect">
            <a:avLst/>
          </a:prstGeom>
        </p:spPr>
        <p:txBody>
          <a:bodyPr lIns="0" tIns="0" rIns="0" bIns="0"/>
          <a:lstStyle/>
          <a:p>
            <a:pPr>
              <a:defRPr sz="1800" b="1" i="0">
                <a:solidFill>
                  <a:srgbClr val="31D7F5"/>
                </a:solidFill>
              </a:defRPr>
            </a:pPr>
            <a:r>
              <a:rPr sz="2800" b="1" i="0" dirty="0">
                <a:solidFill>
                  <a:srgbClr val="31D7F5"/>
                </a:solidFill>
              </a:rPr>
              <a:t>SAFETY</a:t>
            </a:r>
          </a:p>
        </p:txBody>
      </p:sp>
      <p:sp>
        <p:nvSpPr>
          <p:cNvPr id="5" name="slide-title">
            <a:extLst>
              <a:ext uri="{FF2B5EF4-FFF2-40B4-BE49-F238E27FC236}">
                <a16:creationId xmlns:a16="http://schemas.microsoft.com/office/drawing/2014/main" id="{9962881D-3626-4555-9433-642C66609108}"/>
              </a:ext>
            </a:extLst>
          </p:cNvPr>
          <p:cNvSpPr>
            <a:spLocks noGrp="1"/>
          </p:cNvSpPr>
          <p:nvPr/>
        </p:nvSpPr>
        <p:spPr>
          <a:xfrm>
            <a:off x="914400" y="1123950"/>
            <a:ext cx="12573000" cy="685800"/>
          </a:xfrm>
          <a:prstGeom prst="rect">
            <a:avLst/>
          </a:prstGeom>
        </p:spPr>
        <p:txBody>
          <a:bodyPr lIns="0" tIns="0" rIns="0" bIns="0"/>
          <a:lstStyle/>
          <a:p>
            <a:pPr>
              <a:defRPr sz="4500" b="1" i="0">
                <a:solidFill>
                  <a:srgbClr val="F8FBFF"/>
                </a:solidFill>
              </a:defRPr>
            </a:pPr>
            <a:r>
              <a:rPr sz="4500" b="1" i="0">
                <a:solidFill>
                  <a:srgbClr val="F8FBFF"/>
                </a:solidFill>
              </a:rPr>
              <a:t>Sandbox = blast radius</a:t>
            </a:r>
          </a:p>
        </p:txBody>
      </p:sp>
      <p:sp>
        <p:nvSpPr>
          <p:cNvPr id="6" name="Oval 5">
            <a:extLst>
              <a:ext uri="{FF2B5EF4-FFF2-40B4-BE49-F238E27FC236}">
                <a16:creationId xmlns:a16="http://schemas.microsoft.com/office/drawing/2014/main" id="{6218E4F7-7932-4BDC-941E-1AED5B8ED8C0}"/>
              </a:ext>
            </a:extLst>
          </p:cNvPr>
          <p:cNvSpPr>
            <a:spLocks noGrp="1"/>
          </p:cNvSpPr>
          <p:nvPr/>
        </p:nvSpPr>
        <p:spPr>
          <a:xfrm>
            <a:off x="4495800" y="3048000"/>
            <a:ext cx="9372600" cy="4953000"/>
          </a:xfrm>
          <a:prstGeom prst="ellipse">
            <a:avLst/>
          </a:prstGeom>
          <a:solidFill>
            <a:srgbClr val="172849"/>
          </a:solidFill>
        </p:spPr>
        <p:txBody>
          <a:bodyPr/>
          <a:lstStyle/>
          <a:p>
            <a:endParaRPr lang="en-US"/>
          </a:p>
        </p:txBody>
      </p:sp>
      <p:sp>
        <p:nvSpPr>
          <p:cNvPr id="7" name="Oval 6">
            <a:extLst>
              <a:ext uri="{FF2B5EF4-FFF2-40B4-BE49-F238E27FC236}">
                <a16:creationId xmlns:a16="http://schemas.microsoft.com/office/drawing/2014/main" id="{30A25738-3D68-4B38-969D-4E4118CAEBF4}"/>
              </a:ext>
            </a:extLst>
          </p:cNvPr>
          <p:cNvSpPr>
            <a:spLocks noGrp="1"/>
          </p:cNvSpPr>
          <p:nvPr/>
        </p:nvSpPr>
        <p:spPr>
          <a:xfrm>
            <a:off x="4724400" y="3276600"/>
            <a:ext cx="8915400" cy="4572000"/>
          </a:xfrm>
          <a:prstGeom prst="ellipse">
            <a:avLst/>
          </a:prstGeom>
          <a:solidFill>
            <a:srgbClr val="070B1F"/>
          </a:solidFill>
        </p:spPr>
        <p:txBody>
          <a:bodyPr/>
          <a:lstStyle/>
          <a:p>
            <a:endParaRPr lang="en-US"/>
          </a:p>
        </p:txBody>
      </p:sp>
      <p:sp>
        <p:nvSpPr>
          <p:cNvPr id="9" name="Oval 8">
            <a:extLst>
              <a:ext uri="{FF2B5EF4-FFF2-40B4-BE49-F238E27FC236}">
                <a16:creationId xmlns:a16="http://schemas.microsoft.com/office/drawing/2014/main" id="{C28556E6-7F82-4366-96DC-D3936139EDA4}"/>
              </a:ext>
            </a:extLst>
          </p:cNvPr>
          <p:cNvSpPr>
            <a:spLocks noGrp="1"/>
          </p:cNvSpPr>
          <p:nvPr/>
        </p:nvSpPr>
        <p:spPr>
          <a:xfrm>
            <a:off x="5410200" y="3505200"/>
            <a:ext cx="7467600" cy="4038600"/>
          </a:xfrm>
          <a:prstGeom prst="ellipse">
            <a:avLst/>
          </a:prstGeom>
          <a:solidFill>
            <a:srgbClr val="14385A"/>
          </a:solidFill>
        </p:spPr>
        <p:txBody>
          <a:bodyPr/>
          <a:lstStyle/>
          <a:p>
            <a:endParaRPr lang="en-US"/>
          </a:p>
        </p:txBody>
      </p:sp>
      <p:sp>
        <p:nvSpPr>
          <p:cNvPr id="10" name="Oval 9">
            <a:extLst>
              <a:ext uri="{FF2B5EF4-FFF2-40B4-BE49-F238E27FC236}">
                <a16:creationId xmlns:a16="http://schemas.microsoft.com/office/drawing/2014/main" id="{C89C5AE8-7B61-469F-8799-2C5BD1C72575}"/>
              </a:ext>
            </a:extLst>
          </p:cNvPr>
          <p:cNvSpPr>
            <a:spLocks noGrp="1"/>
          </p:cNvSpPr>
          <p:nvPr/>
        </p:nvSpPr>
        <p:spPr>
          <a:xfrm>
            <a:off x="5638800" y="3733800"/>
            <a:ext cx="7010400" cy="3581400"/>
          </a:xfrm>
          <a:prstGeom prst="ellipse">
            <a:avLst/>
          </a:prstGeom>
          <a:solidFill>
            <a:srgbClr val="070B1F"/>
          </a:solidFill>
        </p:spPr>
        <p:txBody>
          <a:bodyPr/>
          <a:lstStyle/>
          <a:p>
            <a:endParaRPr lang="en-US"/>
          </a:p>
        </p:txBody>
      </p:sp>
      <p:sp>
        <p:nvSpPr>
          <p:cNvPr id="8" name="ring-urls + network">
            <a:extLst>
              <a:ext uri="{FF2B5EF4-FFF2-40B4-BE49-F238E27FC236}">
                <a16:creationId xmlns:a16="http://schemas.microsoft.com/office/drawing/2014/main" id="{C4DCBC32-B164-4AA3-B46D-19921048D76E}"/>
              </a:ext>
            </a:extLst>
          </p:cNvPr>
          <p:cNvSpPr>
            <a:spLocks noGrp="1"/>
          </p:cNvSpPr>
          <p:nvPr/>
        </p:nvSpPr>
        <p:spPr>
          <a:xfrm>
            <a:off x="11925300" y="5702300"/>
            <a:ext cx="2667000" cy="285750"/>
          </a:xfrm>
          <a:prstGeom prst="rect">
            <a:avLst/>
          </a:prstGeom>
        </p:spPr>
        <p:txBody>
          <a:bodyPr lIns="0" tIns="0" rIns="0" bIns="0"/>
          <a:lstStyle/>
          <a:p>
            <a:pPr>
              <a:defRPr sz="1800" b="1" i="0">
                <a:solidFill>
                  <a:srgbClr val="F8FBFF"/>
                </a:solidFill>
              </a:defRPr>
            </a:pPr>
            <a:r>
              <a:rPr sz="2400" b="1" i="0" dirty="0" err="1">
                <a:solidFill>
                  <a:srgbClr val="F8FBFF"/>
                </a:solidFill>
              </a:rPr>
              <a:t>urls</a:t>
            </a:r>
            <a:r>
              <a:rPr sz="2400" b="1" i="0" dirty="0">
                <a:solidFill>
                  <a:srgbClr val="F8FBFF"/>
                </a:solidFill>
              </a:rPr>
              <a:t> + network</a:t>
            </a:r>
          </a:p>
        </p:txBody>
      </p:sp>
      <p:sp>
        <p:nvSpPr>
          <p:cNvPr id="12" name="Oval 11">
            <a:extLst>
              <a:ext uri="{FF2B5EF4-FFF2-40B4-BE49-F238E27FC236}">
                <a16:creationId xmlns:a16="http://schemas.microsoft.com/office/drawing/2014/main" id="{0A6CDD1C-F8E9-49EF-B65A-4B74717AB71B}"/>
              </a:ext>
            </a:extLst>
          </p:cNvPr>
          <p:cNvSpPr>
            <a:spLocks noGrp="1"/>
          </p:cNvSpPr>
          <p:nvPr/>
        </p:nvSpPr>
        <p:spPr>
          <a:xfrm>
            <a:off x="6400800" y="4038600"/>
            <a:ext cx="5562600" cy="3048000"/>
          </a:xfrm>
          <a:prstGeom prst="ellipse">
            <a:avLst/>
          </a:prstGeom>
          <a:solidFill>
            <a:srgbClr val="1A4C47"/>
          </a:solidFill>
        </p:spPr>
        <p:txBody>
          <a:bodyPr/>
          <a:lstStyle/>
          <a:p>
            <a:endParaRPr lang="en-US"/>
          </a:p>
        </p:txBody>
      </p:sp>
      <p:sp>
        <p:nvSpPr>
          <p:cNvPr id="13" name="Oval 12">
            <a:extLst>
              <a:ext uri="{FF2B5EF4-FFF2-40B4-BE49-F238E27FC236}">
                <a16:creationId xmlns:a16="http://schemas.microsoft.com/office/drawing/2014/main" id="{9A8CDE68-39A8-4CD0-93CE-B1E4BFC5850B}"/>
              </a:ext>
            </a:extLst>
          </p:cNvPr>
          <p:cNvSpPr>
            <a:spLocks noGrp="1"/>
          </p:cNvSpPr>
          <p:nvPr/>
        </p:nvSpPr>
        <p:spPr>
          <a:xfrm>
            <a:off x="6629400" y="4191000"/>
            <a:ext cx="5105400" cy="2590800"/>
          </a:xfrm>
          <a:prstGeom prst="ellipse">
            <a:avLst/>
          </a:prstGeom>
          <a:solidFill>
            <a:srgbClr val="070B1F"/>
          </a:solidFill>
        </p:spPr>
        <p:txBody>
          <a:bodyPr/>
          <a:lstStyle/>
          <a:p>
            <a:endParaRPr lang="en-US"/>
          </a:p>
        </p:txBody>
      </p:sp>
      <p:sp>
        <p:nvSpPr>
          <p:cNvPr id="11" name="ring-tools">
            <a:extLst>
              <a:ext uri="{FF2B5EF4-FFF2-40B4-BE49-F238E27FC236}">
                <a16:creationId xmlns:a16="http://schemas.microsoft.com/office/drawing/2014/main" id="{E6330301-A66D-45D2-BC71-1C9314B0E9B6}"/>
              </a:ext>
            </a:extLst>
          </p:cNvPr>
          <p:cNvSpPr>
            <a:spLocks noGrp="1"/>
          </p:cNvSpPr>
          <p:nvPr/>
        </p:nvSpPr>
        <p:spPr>
          <a:xfrm>
            <a:off x="4749800" y="6429375"/>
            <a:ext cx="2667000" cy="285750"/>
          </a:xfrm>
          <a:prstGeom prst="rect">
            <a:avLst/>
          </a:prstGeom>
        </p:spPr>
        <p:txBody>
          <a:bodyPr lIns="0" tIns="0" rIns="0" bIns="0"/>
          <a:lstStyle/>
          <a:p>
            <a:pPr>
              <a:defRPr sz="1800" b="1" i="0">
                <a:solidFill>
                  <a:srgbClr val="F8FBFF"/>
                </a:solidFill>
              </a:defRPr>
            </a:pPr>
            <a:r>
              <a:rPr sz="2400" b="1" i="0" dirty="0">
                <a:solidFill>
                  <a:srgbClr val="F8FBFF"/>
                </a:solidFill>
              </a:rPr>
              <a:t>tools</a:t>
            </a:r>
          </a:p>
        </p:txBody>
      </p:sp>
      <p:sp>
        <p:nvSpPr>
          <p:cNvPr id="15" name="Oval 14">
            <a:extLst>
              <a:ext uri="{FF2B5EF4-FFF2-40B4-BE49-F238E27FC236}">
                <a16:creationId xmlns:a16="http://schemas.microsoft.com/office/drawing/2014/main" id="{DE4D814C-5ABF-40C7-B317-8B33EF642D55}"/>
              </a:ext>
            </a:extLst>
          </p:cNvPr>
          <p:cNvSpPr>
            <a:spLocks noGrp="1"/>
          </p:cNvSpPr>
          <p:nvPr/>
        </p:nvSpPr>
        <p:spPr>
          <a:xfrm>
            <a:off x="7391400" y="4495800"/>
            <a:ext cx="3581400" cy="2133600"/>
          </a:xfrm>
          <a:prstGeom prst="ellipse">
            <a:avLst/>
          </a:prstGeom>
          <a:solidFill>
            <a:srgbClr val="335417"/>
          </a:solidFill>
        </p:spPr>
        <p:txBody>
          <a:bodyPr/>
          <a:lstStyle/>
          <a:p>
            <a:endParaRPr lang="en-US"/>
          </a:p>
        </p:txBody>
      </p:sp>
      <p:sp>
        <p:nvSpPr>
          <p:cNvPr id="16" name="Oval 15">
            <a:extLst>
              <a:ext uri="{FF2B5EF4-FFF2-40B4-BE49-F238E27FC236}">
                <a16:creationId xmlns:a16="http://schemas.microsoft.com/office/drawing/2014/main" id="{AF370EB4-C9A8-40FB-8FD8-8BFCD8D10446}"/>
              </a:ext>
            </a:extLst>
          </p:cNvPr>
          <p:cNvSpPr>
            <a:spLocks noGrp="1"/>
          </p:cNvSpPr>
          <p:nvPr/>
        </p:nvSpPr>
        <p:spPr>
          <a:xfrm>
            <a:off x="7543800" y="4724400"/>
            <a:ext cx="3200400" cy="1676400"/>
          </a:xfrm>
          <a:prstGeom prst="ellipse">
            <a:avLst/>
          </a:prstGeom>
          <a:solidFill>
            <a:srgbClr val="070B1F"/>
          </a:solidFill>
        </p:spPr>
        <p:txBody>
          <a:bodyPr/>
          <a:lstStyle/>
          <a:p>
            <a:endParaRPr lang="en-US"/>
          </a:p>
        </p:txBody>
      </p:sp>
      <p:sp>
        <p:nvSpPr>
          <p:cNvPr id="14" name="ring-workspace write">
            <a:extLst>
              <a:ext uri="{FF2B5EF4-FFF2-40B4-BE49-F238E27FC236}">
                <a16:creationId xmlns:a16="http://schemas.microsoft.com/office/drawing/2014/main" id="{D9F3D3A1-2700-42AB-B765-B0E40A6FF060}"/>
              </a:ext>
            </a:extLst>
          </p:cNvPr>
          <p:cNvSpPr>
            <a:spLocks noGrp="1"/>
          </p:cNvSpPr>
          <p:nvPr/>
        </p:nvSpPr>
        <p:spPr>
          <a:xfrm>
            <a:off x="9525000" y="4076700"/>
            <a:ext cx="2667000" cy="285750"/>
          </a:xfrm>
          <a:prstGeom prst="rect">
            <a:avLst/>
          </a:prstGeom>
        </p:spPr>
        <p:txBody>
          <a:bodyPr lIns="0" tIns="0" rIns="0" bIns="0"/>
          <a:lstStyle/>
          <a:p>
            <a:pPr>
              <a:defRPr sz="1800" b="1" i="0">
                <a:solidFill>
                  <a:srgbClr val="F8FBFF"/>
                </a:solidFill>
              </a:defRPr>
            </a:pPr>
            <a:r>
              <a:rPr sz="2400" b="1" i="0" dirty="0">
                <a:solidFill>
                  <a:srgbClr val="F8FBFF"/>
                </a:solidFill>
              </a:rPr>
              <a:t>workspace write</a:t>
            </a:r>
          </a:p>
        </p:txBody>
      </p:sp>
      <p:pic>
        <p:nvPicPr>
          <p:cNvPr id="18" name="sandbox-copilot"/>
          <p:cNvPicPr>
            <a:picLocks noChangeAspect="1"/>
          </p:cNvPicPr>
          <p:nvPr/>
        </p:nvPicPr>
        <p:blipFill>
          <a:blip r:embed="rId3">
            <a:extLst>
              <a:ext uri="{28A0092B-C50C-407E-A947-70E740481C1C}">
                <a14:useLocalDpi xmlns:a14="http://schemas.microsoft.com/office/drawing/2010/main" val="0"/>
              </a:ext>
            </a:extLst>
          </a:blip>
          <a:srcRect/>
          <a:stretch/>
        </p:blipFill>
        <p:spPr>
          <a:xfrm>
            <a:off x="7886700" y="4191000"/>
            <a:ext cx="2514600" cy="2514600"/>
          </a:xfrm>
          <a:prstGeom prst="rect">
            <a:avLst/>
          </a:prstGeom>
        </p:spPr>
      </p:pic>
      <p:sp>
        <p:nvSpPr>
          <p:cNvPr id="19" name="Rectangle: Rounded Corners 18">
            <a:extLst>
              <a:ext uri="{FF2B5EF4-FFF2-40B4-BE49-F238E27FC236}">
                <a16:creationId xmlns:a16="http://schemas.microsoft.com/office/drawing/2014/main" id="{5921FC84-0650-423F-9EC5-86D508C88EC6}"/>
              </a:ext>
            </a:extLst>
          </p:cNvPr>
          <p:cNvSpPr>
            <a:spLocks noGrp="1"/>
          </p:cNvSpPr>
          <p:nvPr/>
        </p:nvSpPr>
        <p:spPr>
          <a:xfrm>
            <a:off x="4881563" y="7634288"/>
            <a:ext cx="1828800" cy="609600"/>
          </a:xfrm>
          <a:prstGeom prst="roundRect">
            <a:avLst>
              <a:gd name="adj" fmla="val 12500"/>
            </a:avLst>
          </a:prstGeom>
          <a:solidFill>
            <a:srgbClr val="112B47"/>
          </a:solidFill>
          <a:ln w="6350">
            <a:solidFill>
              <a:schemeClr val="bg1"/>
            </a:solidFill>
          </a:ln>
        </p:spPr>
        <p:txBody>
          <a:bodyPr/>
          <a:lstStyle/>
          <a:p>
            <a:endParaRPr lang="en-US"/>
          </a:p>
        </p:txBody>
      </p:sp>
      <p:sp>
        <p:nvSpPr>
          <p:cNvPr id="17" name="ring-read + plan">
            <a:extLst>
              <a:ext uri="{FF2B5EF4-FFF2-40B4-BE49-F238E27FC236}">
                <a16:creationId xmlns:a16="http://schemas.microsoft.com/office/drawing/2014/main" id="{6795CB64-BE2A-4914-AE17-B80F59D1E5D9}"/>
              </a:ext>
            </a:extLst>
          </p:cNvPr>
          <p:cNvSpPr>
            <a:spLocks noGrp="1"/>
          </p:cNvSpPr>
          <p:nvPr/>
        </p:nvSpPr>
        <p:spPr>
          <a:xfrm>
            <a:off x="6172200" y="5105400"/>
            <a:ext cx="2667000" cy="285750"/>
          </a:xfrm>
          <a:prstGeom prst="rect">
            <a:avLst/>
          </a:prstGeom>
        </p:spPr>
        <p:txBody>
          <a:bodyPr lIns="0" tIns="0" rIns="0" bIns="0"/>
          <a:lstStyle/>
          <a:p>
            <a:pPr>
              <a:defRPr sz="1800" b="1" i="0">
                <a:solidFill>
                  <a:srgbClr val="F8FBFF"/>
                </a:solidFill>
              </a:defRPr>
            </a:pPr>
            <a:r>
              <a:rPr sz="2400" b="1" i="0">
                <a:solidFill>
                  <a:srgbClr val="F8FBFF"/>
                </a:solidFill>
              </a:rPr>
              <a:t>read + plan</a:t>
            </a:r>
          </a:p>
        </p:txBody>
      </p:sp>
      <p:sp>
        <p:nvSpPr>
          <p:cNvPr id="20" name="Rectangle 19">
            <a:extLst>
              <a:ext uri="{FF2B5EF4-FFF2-40B4-BE49-F238E27FC236}">
                <a16:creationId xmlns:a16="http://schemas.microsoft.com/office/drawing/2014/main" id="{CAB0E2FB-04DC-44A0-A889-5C5F97220DCC}"/>
              </a:ext>
            </a:extLst>
          </p:cNvPr>
          <p:cNvSpPr>
            <a:spLocks noGrp="1"/>
          </p:cNvSpPr>
          <p:nvPr/>
        </p:nvSpPr>
        <p:spPr>
          <a:xfrm>
            <a:off x="5033963" y="7831138"/>
            <a:ext cx="1524000" cy="285750"/>
          </a:xfrm>
          <a:prstGeom prst="rect">
            <a:avLst/>
          </a:prstGeom>
        </p:spPr>
        <p:txBody>
          <a:bodyPr lIns="0" tIns="0" rIns="0" bIns="0"/>
          <a:lstStyle/>
          <a:p>
            <a:pPr algn="ctr">
              <a:defRPr sz="1875" b="1" i="0">
                <a:solidFill>
                  <a:srgbClr val="31D7F5"/>
                </a:solidFill>
              </a:defRPr>
            </a:pPr>
            <a:r>
              <a:rPr sz="1875" b="1" i="0" dirty="0">
                <a:solidFill>
                  <a:srgbClr val="31D7F5"/>
                </a:solidFill>
              </a:rPr>
              <a:t>/add-</a:t>
            </a:r>
            <a:r>
              <a:rPr sz="1875" b="1" i="0" dirty="0" err="1">
                <a:solidFill>
                  <a:srgbClr val="31D7F5"/>
                </a:solidFill>
              </a:rPr>
              <a:t>dir</a:t>
            </a:r>
            <a:endParaRPr sz="1875" b="1" i="0" dirty="0">
              <a:solidFill>
                <a:srgbClr val="31D7F5"/>
              </a:solidFill>
            </a:endParaRPr>
          </a:p>
        </p:txBody>
      </p:sp>
      <p:sp>
        <p:nvSpPr>
          <p:cNvPr id="21" name="Rectangle: Rounded Corners 20">
            <a:extLst>
              <a:ext uri="{FF2B5EF4-FFF2-40B4-BE49-F238E27FC236}">
                <a16:creationId xmlns:a16="http://schemas.microsoft.com/office/drawing/2014/main" id="{1FFFD75D-1A66-4379-B2AC-2DA681378683}"/>
              </a:ext>
            </a:extLst>
          </p:cNvPr>
          <p:cNvSpPr>
            <a:spLocks noGrp="1"/>
          </p:cNvSpPr>
          <p:nvPr/>
        </p:nvSpPr>
        <p:spPr>
          <a:xfrm>
            <a:off x="7081838" y="7669213"/>
            <a:ext cx="1828800" cy="609600"/>
          </a:xfrm>
          <a:prstGeom prst="roundRect">
            <a:avLst>
              <a:gd name="adj" fmla="val 12500"/>
            </a:avLst>
          </a:prstGeom>
          <a:solidFill>
            <a:srgbClr val="112B47"/>
          </a:solidFill>
          <a:ln w="6350">
            <a:solidFill>
              <a:schemeClr val="bg1"/>
            </a:solidFill>
          </a:ln>
        </p:spPr>
        <p:txBody>
          <a:bodyPr/>
          <a:lstStyle/>
          <a:p>
            <a:endParaRPr lang="en-US"/>
          </a:p>
        </p:txBody>
      </p:sp>
      <p:sp>
        <p:nvSpPr>
          <p:cNvPr id="22" name="Rectangle 21">
            <a:extLst>
              <a:ext uri="{FF2B5EF4-FFF2-40B4-BE49-F238E27FC236}">
                <a16:creationId xmlns:a16="http://schemas.microsoft.com/office/drawing/2014/main" id="{DD5474A0-F987-428B-8818-A866DA7A7FA1}"/>
              </a:ext>
            </a:extLst>
          </p:cNvPr>
          <p:cNvSpPr>
            <a:spLocks noGrp="1"/>
          </p:cNvSpPr>
          <p:nvPr/>
        </p:nvSpPr>
        <p:spPr>
          <a:xfrm>
            <a:off x="6996113" y="7853363"/>
            <a:ext cx="2000250" cy="285750"/>
          </a:xfrm>
          <a:prstGeom prst="rect">
            <a:avLst/>
          </a:prstGeom>
        </p:spPr>
        <p:txBody>
          <a:bodyPr lIns="0" tIns="0" rIns="0" bIns="0"/>
          <a:lstStyle/>
          <a:p>
            <a:pPr algn="ctr">
              <a:defRPr sz="1875" b="1" i="0">
                <a:solidFill>
                  <a:srgbClr val="63F4A9"/>
                </a:solidFill>
              </a:defRPr>
            </a:pPr>
            <a:r>
              <a:rPr sz="1875" b="1" i="0" dirty="0">
                <a:solidFill>
                  <a:srgbClr val="63F4A9"/>
                </a:solidFill>
              </a:rPr>
              <a:t>--allow-tool</a:t>
            </a:r>
          </a:p>
        </p:txBody>
      </p:sp>
      <p:sp>
        <p:nvSpPr>
          <p:cNvPr id="23" name="Rectangle: Rounded Corners 22">
            <a:extLst>
              <a:ext uri="{FF2B5EF4-FFF2-40B4-BE49-F238E27FC236}">
                <a16:creationId xmlns:a16="http://schemas.microsoft.com/office/drawing/2014/main" id="{7B0CC85B-2694-49DA-B790-4D75F5CB6174}"/>
              </a:ext>
            </a:extLst>
          </p:cNvPr>
          <p:cNvSpPr>
            <a:spLocks noGrp="1"/>
          </p:cNvSpPr>
          <p:nvPr/>
        </p:nvSpPr>
        <p:spPr>
          <a:xfrm>
            <a:off x="9324975" y="7683500"/>
            <a:ext cx="1828800" cy="609600"/>
          </a:xfrm>
          <a:prstGeom prst="roundRect">
            <a:avLst>
              <a:gd name="adj" fmla="val 12500"/>
            </a:avLst>
          </a:prstGeom>
          <a:solidFill>
            <a:srgbClr val="112B47"/>
          </a:solidFill>
          <a:ln w="6350">
            <a:solidFill>
              <a:schemeClr val="bg1"/>
            </a:solidFill>
          </a:ln>
        </p:spPr>
        <p:txBody>
          <a:bodyPr/>
          <a:lstStyle/>
          <a:p>
            <a:endParaRPr lang="en-US"/>
          </a:p>
        </p:txBody>
      </p:sp>
      <p:sp>
        <p:nvSpPr>
          <p:cNvPr id="24" name="Rectangle 23">
            <a:extLst>
              <a:ext uri="{FF2B5EF4-FFF2-40B4-BE49-F238E27FC236}">
                <a16:creationId xmlns:a16="http://schemas.microsoft.com/office/drawing/2014/main" id="{ECAA6F4D-81FB-42A9-B31B-C93E65992A02}"/>
              </a:ext>
            </a:extLst>
          </p:cNvPr>
          <p:cNvSpPr>
            <a:spLocks noGrp="1"/>
          </p:cNvSpPr>
          <p:nvPr/>
        </p:nvSpPr>
        <p:spPr>
          <a:xfrm>
            <a:off x="9334500" y="7867650"/>
            <a:ext cx="1809750" cy="285750"/>
          </a:xfrm>
          <a:prstGeom prst="rect">
            <a:avLst/>
          </a:prstGeom>
        </p:spPr>
        <p:txBody>
          <a:bodyPr lIns="0" tIns="0" rIns="0" bIns="0"/>
          <a:lstStyle/>
          <a:p>
            <a:pPr algn="ctr">
              <a:defRPr sz="1875" b="1" i="0">
                <a:solidFill>
                  <a:srgbClr val="D7FF4A"/>
                </a:solidFill>
              </a:defRPr>
            </a:pPr>
            <a:r>
              <a:rPr sz="1875" b="1" i="0" dirty="0">
                <a:solidFill>
                  <a:srgbClr val="D7FF4A"/>
                </a:solidFill>
              </a:rPr>
              <a:t>--deny-</a:t>
            </a:r>
            <a:r>
              <a:rPr sz="1875" b="1" i="0" dirty="0" err="1">
                <a:solidFill>
                  <a:srgbClr val="D7FF4A"/>
                </a:solidFill>
              </a:rPr>
              <a:t>url</a:t>
            </a:r>
            <a:endParaRPr sz="1875" b="1" i="0" dirty="0">
              <a:solidFill>
                <a:srgbClr val="D7FF4A"/>
              </a:solidFill>
            </a:endParaRPr>
          </a:p>
        </p:txBody>
      </p:sp>
      <p:sp>
        <p:nvSpPr>
          <p:cNvPr id="25" name="Rectangle: Rounded Corners 24">
            <a:extLst>
              <a:ext uri="{FF2B5EF4-FFF2-40B4-BE49-F238E27FC236}">
                <a16:creationId xmlns:a16="http://schemas.microsoft.com/office/drawing/2014/main" id="{96AB62A7-9D2B-42F9-BBE8-5D39F91AF686}"/>
              </a:ext>
            </a:extLst>
          </p:cNvPr>
          <p:cNvSpPr>
            <a:spLocks noGrp="1"/>
          </p:cNvSpPr>
          <p:nvPr/>
        </p:nvSpPr>
        <p:spPr>
          <a:xfrm>
            <a:off x="11525250" y="7683500"/>
            <a:ext cx="1828800" cy="609600"/>
          </a:xfrm>
          <a:prstGeom prst="roundRect">
            <a:avLst>
              <a:gd name="adj" fmla="val 12500"/>
            </a:avLst>
          </a:prstGeom>
          <a:solidFill>
            <a:srgbClr val="2D1E52"/>
          </a:solidFill>
          <a:ln w="6350">
            <a:solidFill>
              <a:schemeClr val="bg1"/>
            </a:solidFill>
          </a:ln>
        </p:spPr>
        <p:txBody>
          <a:bodyPr/>
          <a:lstStyle/>
          <a:p>
            <a:endParaRPr lang="en-US"/>
          </a:p>
        </p:txBody>
      </p:sp>
      <p:sp>
        <p:nvSpPr>
          <p:cNvPr id="26" name="Rectangle 25">
            <a:extLst>
              <a:ext uri="{FF2B5EF4-FFF2-40B4-BE49-F238E27FC236}">
                <a16:creationId xmlns:a16="http://schemas.microsoft.com/office/drawing/2014/main" id="{79175EE2-0043-4622-81A3-18D2C5519C03}"/>
              </a:ext>
            </a:extLst>
          </p:cNvPr>
          <p:cNvSpPr>
            <a:spLocks noGrp="1"/>
          </p:cNvSpPr>
          <p:nvPr/>
        </p:nvSpPr>
        <p:spPr>
          <a:xfrm>
            <a:off x="11582400" y="7842250"/>
            <a:ext cx="1714500" cy="285750"/>
          </a:xfrm>
          <a:prstGeom prst="rect">
            <a:avLst/>
          </a:prstGeom>
        </p:spPr>
        <p:txBody>
          <a:bodyPr lIns="0" tIns="0" rIns="0" bIns="0"/>
          <a:lstStyle/>
          <a:p>
            <a:pPr algn="ctr">
              <a:defRPr sz="1875" b="1" i="0">
                <a:solidFill>
                  <a:srgbClr val="A66BFF"/>
                </a:solidFill>
              </a:defRPr>
            </a:pPr>
            <a:r>
              <a:rPr sz="1875" b="1" i="0" dirty="0">
                <a:solidFill>
                  <a:srgbClr val="A66BFF"/>
                </a:solidFill>
              </a:rPr>
              <a:t>/allow-all</a:t>
            </a:r>
          </a:p>
        </p:txBody>
      </p:sp>
      <p:sp>
        <p:nvSpPr>
          <p:cNvPr id="27" name="source">
            <a:extLst>
              <a:ext uri="{FF2B5EF4-FFF2-40B4-BE49-F238E27FC236}">
                <a16:creationId xmlns:a16="http://schemas.microsoft.com/office/drawing/2014/main" id="{45931FA0-AAE2-4054-A825-0A51CB669B97}"/>
              </a:ext>
            </a:extLst>
          </p:cNvPr>
          <p:cNvSpPr>
            <a:spLocks noGrp="1"/>
          </p:cNvSpPr>
          <p:nvPr/>
        </p:nvSpPr>
        <p:spPr>
          <a:xfrm>
            <a:off x="914400" y="9696450"/>
            <a:ext cx="7620000" cy="190500"/>
          </a:xfrm>
          <a:prstGeom prst="rect">
            <a:avLst/>
          </a:prstGeom>
        </p:spPr>
        <p:txBody>
          <a:bodyPr lIns="0" tIns="0" rIns="0" bIns="0"/>
          <a:lstStyle/>
          <a:p>
            <a:pPr>
              <a:defRPr sz="1200" b="0" i="0">
                <a:solidFill>
                  <a:srgbClr val="6F7DA3"/>
                </a:solidFill>
              </a:defRPr>
            </a:pPr>
            <a:r>
              <a:rPr sz="1200" b="0" i="0">
                <a:solidFill>
                  <a:srgbClr val="6F7DA3"/>
                </a:solidFill>
              </a:rPr>
              <a:t>Widen access intentionally, then narrow it again</a:t>
            </a:r>
          </a:p>
        </p:txBody>
      </p:sp>
    </p:spTree>
    <p:extLst>
      <p:ext uri="{BB962C8B-B14F-4D97-AF65-F5344CB8AC3E}">
        <p14:creationId xmlns:p14="http://schemas.microsoft.com/office/powerpoint/2010/main" val="1668794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kicker">
            <a:extLst>
              <a:ext uri="{FF2B5EF4-FFF2-40B4-BE49-F238E27FC236}">
                <a16:creationId xmlns:a16="http://schemas.microsoft.com/office/drawing/2014/main" id="{A2951346-BA45-486F-9941-C17EC674A1BF}"/>
              </a:ext>
            </a:extLst>
          </p:cNvPr>
          <p:cNvSpPr>
            <a:spLocks noGrp="1"/>
          </p:cNvSpPr>
          <p:nvPr/>
        </p:nvSpPr>
        <p:spPr>
          <a:xfrm>
            <a:off x="914400" y="685800"/>
            <a:ext cx="9525000" cy="285750"/>
          </a:xfrm>
          <a:prstGeom prst="rect">
            <a:avLst/>
          </a:prstGeom>
        </p:spPr>
        <p:txBody>
          <a:bodyPr lIns="0" tIns="0" rIns="0" bIns="0"/>
          <a:lstStyle/>
          <a:p>
            <a:pPr>
              <a:defRPr sz="1800" b="1" i="0">
                <a:solidFill>
                  <a:srgbClr val="31D7F5"/>
                </a:solidFill>
              </a:defRPr>
            </a:pPr>
            <a:r>
              <a:rPr sz="2800" b="1" i="0" dirty="0">
                <a:solidFill>
                  <a:srgbClr val="31D7F5"/>
                </a:solidFill>
              </a:rPr>
              <a:t>PERMISSIONS</a:t>
            </a:r>
          </a:p>
        </p:txBody>
      </p:sp>
      <p:sp>
        <p:nvSpPr>
          <p:cNvPr id="5" name="slide-title">
            <a:extLst>
              <a:ext uri="{FF2B5EF4-FFF2-40B4-BE49-F238E27FC236}">
                <a16:creationId xmlns:a16="http://schemas.microsoft.com/office/drawing/2014/main" id="{1808A079-18B5-4DCB-997F-5E76870F67AC}"/>
              </a:ext>
            </a:extLst>
          </p:cNvPr>
          <p:cNvSpPr>
            <a:spLocks noGrp="1"/>
          </p:cNvSpPr>
          <p:nvPr/>
        </p:nvSpPr>
        <p:spPr>
          <a:xfrm>
            <a:off x="914400" y="1123950"/>
            <a:ext cx="12573000" cy="685800"/>
          </a:xfrm>
          <a:prstGeom prst="rect">
            <a:avLst/>
          </a:prstGeom>
        </p:spPr>
        <p:txBody>
          <a:bodyPr lIns="0" tIns="0" rIns="0" bIns="0"/>
          <a:lstStyle/>
          <a:p>
            <a:pPr>
              <a:defRPr sz="4500" b="1" i="0">
                <a:solidFill>
                  <a:srgbClr val="F8FBFF"/>
                </a:solidFill>
              </a:defRPr>
            </a:pPr>
            <a:r>
              <a:rPr sz="4500" b="1" i="0">
                <a:solidFill>
                  <a:srgbClr val="F8FBFF"/>
                </a:solidFill>
              </a:rPr>
              <a:t>Tools are what the agent can touch</a:t>
            </a:r>
          </a:p>
        </p:txBody>
      </p:sp>
      <p:sp>
        <p:nvSpPr>
          <p:cNvPr id="6" name="Rectangle 5">
            <a:extLst>
              <a:ext uri="{FF2B5EF4-FFF2-40B4-BE49-F238E27FC236}">
                <a16:creationId xmlns:a16="http://schemas.microsoft.com/office/drawing/2014/main" id="{55055365-06C8-4EC7-A552-CD5E6D1BD220}"/>
              </a:ext>
            </a:extLst>
          </p:cNvPr>
          <p:cNvSpPr>
            <a:spLocks noGrp="1"/>
          </p:cNvSpPr>
          <p:nvPr/>
        </p:nvSpPr>
        <p:spPr>
          <a:xfrm>
            <a:off x="6096000" y="5257800"/>
            <a:ext cx="3048000" cy="76200"/>
          </a:xfrm>
          <a:prstGeom prst="rect">
            <a:avLst/>
          </a:prstGeom>
          <a:solidFill>
            <a:srgbClr val="263A62"/>
          </a:solidFill>
        </p:spPr>
        <p:txBody>
          <a:bodyPr/>
          <a:lstStyle/>
          <a:p>
            <a:endParaRPr lang="en-US"/>
          </a:p>
        </p:txBody>
      </p:sp>
      <p:sp>
        <p:nvSpPr>
          <p:cNvPr id="7" name="Rectangle 6">
            <a:extLst>
              <a:ext uri="{FF2B5EF4-FFF2-40B4-BE49-F238E27FC236}">
                <a16:creationId xmlns:a16="http://schemas.microsoft.com/office/drawing/2014/main" id="{1AB8A824-5EFD-4083-ABF7-563E4980A461}"/>
              </a:ext>
            </a:extLst>
          </p:cNvPr>
          <p:cNvSpPr>
            <a:spLocks noGrp="1"/>
          </p:cNvSpPr>
          <p:nvPr/>
        </p:nvSpPr>
        <p:spPr>
          <a:xfrm>
            <a:off x="6096000" y="3581400"/>
            <a:ext cx="76200" cy="1676400"/>
          </a:xfrm>
          <a:prstGeom prst="rect">
            <a:avLst/>
          </a:prstGeom>
          <a:solidFill>
            <a:srgbClr val="263A62"/>
          </a:solidFill>
        </p:spPr>
        <p:txBody>
          <a:bodyPr/>
          <a:lstStyle/>
          <a:p>
            <a:endParaRPr lang="en-US"/>
          </a:p>
        </p:txBody>
      </p:sp>
      <p:sp>
        <p:nvSpPr>
          <p:cNvPr id="8" name="Rectangle 7">
            <a:extLst>
              <a:ext uri="{FF2B5EF4-FFF2-40B4-BE49-F238E27FC236}">
                <a16:creationId xmlns:a16="http://schemas.microsoft.com/office/drawing/2014/main" id="{CA7BBDDC-6E3F-4916-BDE2-CCBF9E8AB28F}"/>
              </a:ext>
            </a:extLst>
          </p:cNvPr>
          <p:cNvSpPr>
            <a:spLocks noGrp="1"/>
          </p:cNvSpPr>
          <p:nvPr/>
        </p:nvSpPr>
        <p:spPr>
          <a:xfrm>
            <a:off x="3048000" y="3581400"/>
            <a:ext cx="3048000" cy="76200"/>
          </a:xfrm>
          <a:prstGeom prst="rect">
            <a:avLst/>
          </a:prstGeom>
          <a:solidFill>
            <a:srgbClr val="263A62"/>
          </a:solidFill>
        </p:spPr>
        <p:txBody>
          <a:bodyPr/>
          <a:lstStyle/>
          <a:p>
            <a:endParaRPr lang="en-US"/>
          </a:p>
        </p:txBody>
      </p:sp>
      <p:sp>
        <p:nvSpPr>
          <p:cNvPr id="9" name="Rectangle: Rounded Corners 8">
            <a:extLst>
              <a:ext uri="{FF2B5EF4-FFF2-40B4-BE49-F238E27FC236}">
                <a16:creationId xmlns:a16="http://schemas.microsoft.com/office/drawing/2014/main" id="{2171834A-00A7-4A8A-B0E8-56002A06DEE7}"/>
              </a:ext>
            </a:extLst>
          </p:cNvPr>
          <p:cNvSpPr>
            <a:spLocks noGrp="1"/>
          </p:cNvSpPr>
          <p:nvPr/>
        </p:nvSpPr>
        <p:spPr>
          <a:xfrm>
            <a:off x="2133600" y="3200400"/>
            <a:ext cx="1828800" cy="838200"/>
          </a:xfrm>
          <a:prstGeom prst="roundRect">
            <a:avLst>
              <a:gd name="adj" fmla="val 9091"/>
            </a:avLst>
          </a:prstGeom>
          <a:solidFill>
            <a:srgbClr val="111B38"/>
          </a:solidFill>
        </p:spPr>
        <p:txBody>
          <a:bodyPr/>
          <a:lstStyle/>
          <a:p>
            <a:endParaRPr lang="en-US"/>
          </a:p>
        </p:txBody>
      </p:sp>
      <p:sp>
        <p:nvSpPr>
          <p:cNvPr id="10" name="Oval 9">
            <a:extLst>
              <a:ext uri="{FF2B5EF4-FFF2-40B4-BE49-F238E27FC236}">
                <a16:creationId xmlns:a16="http://schemas.microsoft.com/office/drawing/2014/main" id="{19F1F272-700A-403C-9512-EF8D6C3B469F}"/>
              </a:ext>
            </a:extLst>
          </p:cNvPr>
          <p:cNvSpPr>
            <a:spLocks noGrp="1"/>
          </p:cNvSpPr>
          <p:nvPr/>
        </p:nvSpPr>
        <p:spPr>
          <a:xfrm>
            <a:off x="2362200" y="3390900"/>
            <a:ext cx="381000" cy="381000"/>
          </a:xfrm>
          <a:prstGeom prst="ellipse">
            <a:avLst/>
          </a:prstGeom>
          <a:solidFill>
            <a:srgbClr val="31D7F5"/>
          </a:solidFill>
        </p:spPr>
        <p:txBody>
          <a:bodyPr/>
          <a:lstStyle/>
          <a:p>
            <a:endParaRPr lang="en-US"/>
          </a:p>
        </p:txBody>
      </p:sp>
      <p:sp>
        <p:nvSpPr>
          <p:cNvPr id="11" name="tool-shell">
            <a:extLst>
              <a:ext uri="{FF2B5EF4-FFF2-40B4-BE49-F238E27FC236}">
                <a16:creationId xmlns:a16="http://schemas.microsoft.com/office/drawing/2014/main" id="{C2901626-F4D9-4D0F-9C1A-3F0DB7994B35}"/>
              </a:ext>
            </a:extLst>
          </p:cNvPr>
          <p:cNvSpPr>
            <a:spLocks noGrp="1"/>
          </p:cNvSpPr>
          <p:nvPr/>
        </p:nvSpPr>
        <p:spPr>
          <a:xfrm>
            <a:off x="2857500" y="3409950"/>
            <a:ext cx="914400" cy="323850"/>
          </a:xfrm>
          <a:prstGeom prst="rect">
            <a:avLst/>
          </a:prstGeom>
        </p:spPr>
        <p:txBody>
          <a:bodyPr lIns="0" tIns="0" rIns="0" bIns="0"/>
          <a:lstStyle/>
          <a:p>
            <a:pPr>
              <a:defRPr sz="2025" b="1" i="0">
                <a:solidFill>
                  <a:srgbClr val="F8FBFF"/>
                </a:solidFill>
              </a:defRPr>
            </a:pPr>
            <a:r>
              <a:rPr sz="2025" b="1" i="0" dirty="0">
                <a:solidFill>
                  <a:srgbClr val="F8FBFF"/>
                </a:solidFill>
              </a:rPr>
              <a:t>shell</a:t>
            </a:r>
          </a:p>
        </p:txBody>
      </p:sp>
      <p:sp>
        <p:nvSpPr>
          <p:cNvPr id="12" name="Rectangle 11">
            <a:extLst>
              <a:ext uri="{FF2B5EF4-FFF2-40B4-BE49-F238E27FC236}">
                <a16:creationId xmlns:a16="http://schemas.microsoft.com/office/drawing/2014/main" id="{93232305-28DF-4D0B-9B46-400CF277E772}"/>
              </a:ext>
            </a:extLst>
          </p:cNvPr>
          <p:cNvSpPr>
            <a:spLocks noGrp="1"/>
          </p:cNvSpPr>
          <p:nvPr/>
        </p:nvSpPr>
        <p:spPr>
          <a:xfrm>
            <a:off x="7239000" y="5257800"/>
            <a:ext cx="1905000" cy="76200"/>
          </a:xfrm>
          <a:prstGeom prst="rect">
            <a:avLst/>
          </a:prstGeom>
          <a:solidFill>
            <a:srgbClr val="263A62"/>
          </a:solidFill>
        </p:spPr>
        <p:txBody>
          <a:bodyPr/>
          <a:lstStyle/>
          <a:p>
            <a:endParaRPr lang="en-US"/>
          </a:p>
        </p:txBody>
      </p:sp>
      <p:sp>
        <p:nvSpPr>
          <p:cNvPr id="13" name="Rectangle 12">
            <a:extLst>
              <a:ext uri="{FF2B5EF4-FFF2-40B4-BE49-F238E27FC236}">
                <a16:creationId xmlns:a16="http://schemas.microsoft.com/office/drawing/2014/main" id="{B3E85265-8CC5-40FA-A1B6-01B53AD48058}"/>
              </a:ext>
            </a:extLst>
          </p:cNvPr>
          <p:cNvSpPr>
            <a:spLocks noGrp="1"/>
          </p:cNvSpPr>
          <p:nvPr/>
        </p:nvSpPr>
        <p:spPr>
          <a:xfrm>
            <a:off x="7239000" y="2590800"/>
            <a:ext cx="76200" cy="2667000"/>
          </a:xfrm>
          <a:prstGeom prst="rect">
            <a:avLst/>
          </a:prstGeom>
          <a:solidFill>
            <a:srgbClr val="263A62"/>
          </a:solidFill>
        </p:spPr>
        <p:txBody>
          <a:bodyPr/>
          <a:lstStyle/>
          <a:p>
            <a:endParaRPr lang="en-US"/>
          </a:p>
        </p:txBody>
      </p:sp>
      <p:sp>
        <p:nvSpPr>
          <p:cNvPr id="14" name="Rectangle 13">
            <a:extLst>
              <a:ext uri="{FF2B5EF4-FFF2-40B4-BE49-F238E27FC236}">
                <a16:creationId xmlns:a16="http://schemas.microsoft.com/office/drawing/2014/main" id="{EFCA2936-765E-4DDF-93FC-53EC0121A578}"/>
              </a:ext>
            </a:extLst>
          </p:cNvPr>
          <p:cNvSpPr>
            <a:spLocks noGrp="1"/>
          </p:cNvSpPr>
          <p:nvPr/>
        </p:nvSpPr>
        <p:spPr>
          <a:xfrm>
            <a:off x="5257800" y="2590800"/>
            <a:ext cx="1981200" cy="76200"/>
          </a:xfrm>
          <a:prstGeom prst="rect">
            <a:avLst/>
          </a:prstGeom>
          <a:solidFill>
            <a:srgbClr val="263A62"/>
          </a:solidFill>
        </p:spPr>
        <p:txBody>
          <a:bodyPr/>
          <a:lstStyle/>
          <a:p>
            <a:endParaRPr lang="en-US"/>
          </a:p>
        </p:txBody>
      </p:sp>
      <p:sp>
        <p:nvSpPr>
          <p:cNvPr id="15" name="Rectangle: Rounded Corners 14">
            <a:extLst>
              <a:ext uri="{FF2B5EF4-FFF2-40B4-BE49-F238E27FC236}">
                <a16:creationId xmlns:a16="http://schemas.microsoft.com/office/drawing/2014/main" id="{6C1F44AE-614F-4801-A92D-BE050FF3EFA7}"/>
              </a:ext>
            </a:extLst>
          </p:cNvPr>
          <p:cNvSpPr>
            <a:spLocks noGrp="1"/>
          </p:cNvSpPr>
          <p:nvPr/>
        </p:nvSpPr>
        <p:spPr>
          <a:xfrm>
            <a:off x="4343400" y="2133600"/>
            <a:ext cx="1828800" cy="838200"/>
          </a:xfrm>
          <a:prstGeom prst="roundRect">
            <a:avLst>
              <a:gd name="adj" fmla="val 9091"/>
            </a:avLst>
          </a:prstGeom>
          <a:solidFill>
            <a:srgbClr val="111B38"/>
          </a:solidFill>
        </p:spPr>
        <p:txBody>
          <a:bodyPr/>
          <a:lstStyle/>
          <a:p>
            <a:endParaRPr lang="en-US"/>
          </a:p>
        </p:txBody>
      </p:sp>
      <p:sp>
        <p:nvSpPr>
          <p:cNvPr id="16" name="Oval 15">
            <a:extLst>
              <a:ext uri="{FF2B5EF4-FFF2-40B4-BE49-F238E27FC236}">
                <a16:creationId xmlns:a16="http://schemas.microsoft.com/office/drawing/2014/main" id="{031D2BA1-0CAD-406B-BC52-0235210E61D5}"/>
              </a:ext>
            </a:extLst>
          </p:cNvPr>
          <p:cNvSpPr>
            <a:spLocks noGrp="1"/>
          </p:cNvSpPr>
          <p:nvPr/>
        </p:nvSpPr>
        <p:spPr>
          <a:xfrm>
            <a:off x="4572000" y="2400300"/>
            <a:ext cx="381000" cy="381000"/>
          </a:xfrm>
          <a:prstGeom prst="ellipse">
            <a:avLst/>
          </a:prstGeom>
          <a:solidFill>
            <a:srgbClr val="63F4A9"/>
          </a:solidFill>
        </p:spPr>
        <p:txBody>
          <a:bodyPr/>
          <a:lstStyle/>
          <a:p>
            <a:endParaRPr lang="en-US"/>
          </a:p>
        </p:txBody>
      </p:sp>
      <p:sp>
        <p:nvSpPr>
          <p:cNvPr id="17" name="tool-files">
            <a:extLst>
              <a:ext uri="{FF2B5EF4-FFF2-40B4-BE49-F238E27FC236}">
                <a16:creationId xmlns:a16="http://schemas.microsoft.com/office/drawing/2014/main" id="{F6CBFD63-1495-46D4-A2C6-B393B7AB1822}"/>
              </a:ext>
            </a:extLst>
          </p:cNvPr>
          <p:cNvSpPr>
            <a:spLocks noGrp="1"/>
          </p:cNvSpPr>
          <p:nvPr/>
        </p:nvSpPr>
        <p:spPr>
          <a:xfrm>
            <a:off x="5086350" y="2400300"/>
            <a:ext cx="914400" cy="323850"/>
          </a:xfrm>
          <a:prstGeom prst="rect">
            <a:avLst/>
          </a:prstGeom>
        </p:spPr>
        <p:txBody>
          <a:bodyPr lIns="0" tIns="0" rIns="0" bIns="0"/>
          <a:lstStyle/>
          <a:p>
            <a:pPr>
              <a:defRPr sz="2025" b="1" i="0">
                <a:solidFill>
                  <a:srgbClr val="F8FBFF"/>
                </a:solidFill>
              </a:defRPr>
            </a:pPr>
            <a:r>
              <a:rPr sz="2025" b="1" i="0">
                <a:solidFill>
                  <a:srgbClr val="F8FBFF"/>
                </a:solidFill>
              </a:rPr>
              <a:t>files</a:t>
            </a:r>
          </a:p>
        </p:txBody>
      </p:sp>
      <p:sp>
        <p:nvSpPr>
          <p:cNvPr id="18" name="Rectangle 17">
            <a:extLst>
              <a:ext uri="{FF2B5EF4-FFF2-40B4-BE49-F238E27FC236}">
                <a16:creationId xmlns:a16="http://schemas.microsoft.com/office/drawing/2014/main" id="{AB28D82A-57DA-4BCE-9FD3-7A262CFD4233}"/>
              </a:ext>
            </a:extLst>
          </p:cNvPr>
          <p:cNvSpPr>
            <a:spLocks noGrp="1"/>
          </p:cNvSpPr>
          <p:nvPr/>
        </p:nvSpPr>
        <p:spPr>
          <a:xfrm>
            <a:off x="9144000" y="5257800"/>
            <a:ext cx="1676400" cy="76200"/>
          </a:xfrm>
          <a:prstGeom prst="rect">
            <a:avLst/>
          </a:prstGeom>
          <a:solidFill>
            <a:srgbClr val="263A62"/>
          </a:solidFill>
        </p:spPr>
        <p:txBody>
          <a:bodyPr/>
          <a:lstStyle/>
          <a:p>
            <a:endParaRPr lang="en-US"/>
          </a:p>
        </p:txBody>
      </p:sp>
      <p:sp>
        <p:nvSpPr>
          <p:cNvPr id="19" name="Rectangle 18">
            <a:extLst>
              <a:ext uri="{FF2B5EF4-FFF2-40B4-BE49-F238E27FC236}">
                <a16:creationId xmlns:a16="http://schemas.microsoft.com/office/drawing/2014/main" id="{A1364A57-F297-47FE-A4C5-6012B18B8A44}"/>
              </a:ext>
            </a:extLst>
          </p:cNvPr>
          <p:cNvSpPr>
            <a:spLocks noGrp="1"/>
          </p:cNvSpPr>
          <p:nvPr/>
        </p:nvSpPr>
        <p:spPr>
          <a:xfrm>
            <a:off x="10820400" y="2302643"/>
            <a:ext cx="83290" cy="2955157"/>
          </a:xfrm>
          <a:prstGeom prst="rect">
            <a:avLst/>
          </a:prstGeom>
          <a:solidFill>
            <a:srgbClr val="263A62"/>
          </a:solidFill>
        </p:spPr>
        <p:txBody>
          <a:bodyPr/>
          <a:lstStyle/>
          <a:p>
            <a:endParaRPr lang="en-US"/>
          </a:p>
        </p:txBody>
      </p:sp>
      <p:sp>
        <p:nvSpPr>
          <p:cNvPr id="20" name="Rectangle 19">
            <a:extLst>
              <a:ext uri="{FF2B5EF4-FFF2-40B4-BE49-F238E27FC236}">
                <a16:creationId xmlns:a16="http://schemas.microsoft.com/office/drawing/2014/main" id="{70E3977E-C2DB-4151-B0CE-5140423198FA}"/>
              </a:ext>
            </a:extLst>
          </p:cNvPr>
          <p:cNvSpPr>
            <a:spLocks noGrp="1"/>
          </p:cNvSpPr>
          <p:nvPr/>
        </p:nvSpPr>
        <p:spPr>
          <a:xfrm>
            <a:off x="10808145" y="2302643"/>
            <a:ext cx="1676400" cy="76200"/>
          </a:xfrm>
          <a:prstGeom prst="rect">
            <a:avLst/>
          </a:prstGeom>
          <a:solidFill>
            <a:srgbClr val="263A62"/>
          </a:solidFill>
        </p:spPr>
        <p:txBody>
          <a:bodyPr/>
          <a:lstStyle/>
          <a:p>
            <a:endParaRPr lang="en-US"/>
          </a:p>
        </p:txBody>
      </p:sp>
      <p:sp>
        <p:nvSpPr>
          <p:cNvPr id="21" name="Rectangle: Rounded Corners 20">
            <a:extLst>
              <a:ext uri="{FF2B5EF4-FFF2-40B4-BE49-F238E27FC236}">
                <a16:creationId xmlns:a16="http://schemas.microsoft.com/office/drawing/2014/main" id="{517A32B4-B38A-4CB5-ADFD-F58B1489E0E6}"/>
              </a:ext>
            </a:extLst>
          </p:cNvPr>
          <p:cNvSpPr>
            <a:spLocks noGrp="1"/>
          </p:cNvSpPr>
          <p:nvPr/>
        </p:nvSpPr>
        <p:spPr>
          <a:xfrm>
            <a:off x="12085498" y="1872715"/>
            <a:ext cx="1828800" cy="838200"/>
          </a:xfrm>
          <a:prstGeom prst="roundRect">
            <a:avLst>
              <a:gd name="adj" fmla="val 9091"/>
            </a:avLst>
          </a:prstGeom>
          <a:solidFill>
            <a:srgbClr val="111B38"/>
          </a:solidFill>
        </p:spPr>
        <p:txBody>
          <a:bodyPr/>
          <a:lstStyle/>
          <a:p>
            <a:endParaRPr lang="en-US"/>
          </a:p>
        </p:txBody>
      </p:sp>
      <p:sp>
        <p:nvSpPr>
          <p:cNvPr id="22" name="Oval 21">
            <a:extLst>
              <a:ext uri="{FF2B5EF4-FFF2-40B4-BE49-F238E27FC236}">
                <a16:creationId xmlns:a16="http://schemas.microsoft.com/office/drawing/2014/main" id="{995B37CE-5E8D-46ED-8B5C-1E952B0F9CE5}"/>
              </a:ext>
            </a:extLst>
          </p:cNvPr>
          <p:cNvSpPr>
            <a:spLocks noGrp="1"/>
          </p:cNvSpPr>
          <p:nvPr/>
        </p:nvSpPr>
        <p:spPr>
          <a:xfrm>
            <a:off x="12275998" y="2139415"/>
            <a:ext cx="381000" cy="381000"/>
          </a:xfrm>
          <a:prstGeom prst="ellipse">
            <a:avLst/>
          </a:prstGeom>
          <a:solidFill>
            <a:srgbClr val="D7FF4A"/>
          </a:solidFill>
        </p:spPr>
        <p:txBody>
          <a:bodyPr/>
          <a:lstStyle/>
          <a:p>
            <a:endParaRPr lang="en-US"/>
          </a:p>
        </p:txBody>
      </p:sp>
      <p:sp>
        <p:nvSpPr>
          <p:cNvPr id="23" name="tool-GitHub">
            <a:extLst>
              <a:ext uri="{FF2B5EF4-FFF2-40B4-BE49-F238E27FC236}">
                <a16:creationId xmlns:a16="http://schemas.microsoft.com/office/drawing/2014/main" id="{27BA50F6-F0B6-4453-9804-D82DC578A8D6}"/>
              </a:ext>
            </a:extLst>
          </p:cNvPr>
          <p:cNvSpPr>
            <a:spLocks noGrp="1"/>
          </p:cNvSpPr>
          <p:nvPr/>
        </p:nvSpPr>
        <p:spPr>
          <a:xfrm>
            <a:off x="12771298" y="2139415"/>
            <a:ext cx="914400" cy="323850"/>
          </a:xfrm>
          <a:prstGeom prst="rect">
            <a:avLst/>
          </a:prstGeom>
        </p:spPr>
        <p:txBody>
          <a:bodyPr lIns="0" tIns="0" rIns="0" bIns="0"/>
          <a:lstStyle/>
          <a:p>
            <a:pPr>
              <a:defRPr sz="2025" b="1" i="0">
                <a:solidFill>
                  <a:srgbClr val="F8FBFF"/>
                </a:solidFill>
              </a:defRPr>
            </a:pPr>
            <a:r>
              <a:rPr sz="2025" b="1" i="0" dirty="0">
                <a:solidFill>
                  <a:srgbClr val="F8FBFF"/>
                </a:solidFill>
              </a:rPr>
              <a:t>GitHub</a:t>
            </a:r>
          </a:p>
        </p:txBody>
      </p:sp>
      <p:sp>
        <p:nvSpPr>
          <p:cNvPr id="24" name="Rectangle 23">
            <a:extLst>
              <a:ext uri="{FF2B5EF4-FFF2-40B4-BE49-F238E27FC236}">
                <a16:creationId xmlns:a16="http://schemas.microsoft.com/office/drawing/2014/main" id="{50954085-612B-458F-9E7A-F9A820F402F5}"/>
              </a:ext>
            </a:extLst>
          </p:cNvPr>
          <p:cNvSpPr>
            <a:spLocks noGrp="1"/>
          </p:cNvSpPr>
          <p:nvPr/>
        </p:nvSpPr>
        <p:spPr>
          <a:xfrm>
            <a:off x="9144000" y="5257800"/>
            <a:ext cx="2895600" cy="95250"/>
          </a:xfrm>
          <a:prstGeom prst="rect">
            <a:avLst/>
          </a:prstGeom>
          <a:solidFill>
            <a:srgbClr val="263A62"/>
          </a:solidFill>
        </p:spPr>
        <p:txBody>
          <a:bodyPr/>
          <a:lstStyle/>
          <a:p>
            <a:endParaRPr lang="en-US"/>
          </a:p>
        </p:txBody>
      </p:sp>
      <p:sp>
        <p:nvSpPr>
          <p:cNvPr id="25" name="Rectangle 24">
            <a:extLst>
              <a:ext uri="{FF2B5EF4-FFF2-40B4-BE49-F238E27FC236}">
                <a16:creationId xmlns:a16="http://schemas.microsoft.com/office/drawing/2014/main" id="{A6EA803F-07E9-4FCD-8AA4-AB173F933E09}"/>
              </a:ext>
            </a:extLst>
          </p:cNvPr>
          <p:cNvSpPr>
            <a:spLocks noGrp="1"/>
          </p:cNvSpPr>
          <p:nvPr/>
        </p:nvSpPr>
        <p:spPr>
          <a:xfrm>
            <a:off x="11963400" y="3581400"/>
            <a:ext cx="76200" cy="1676400"/>
          </a:xfrm>
          <a:prstGeom prst="rect">
            <a:avLst/>
          </a:prstGeom>
          <a:solidFill>
            <a:srgbClr val="263A62"/>
          </a:solidFill>
        </p:spPr>
        <p:txBody>
          <a:bodyPr/>
          <a:lstStyle/>
          <a:p>
            <a:endParaRPr lang="en-US"/>
          </a:p>
        </p:txBody>
      </p:sp>
      <p:sp>
        <p:nvSpPr>
          <p:cNvPr id="26" name="Rectangle 25">
            <a:extLst>
              <a:ext uri="{FF2B5EF4-FFF2-40B4-BE49-F238E27FC236}">
                <a16:creationId xmlns:a16="http://schemas.microsoft.com/office/drawing/2014/main" id="{BFA448C5-0F03-4E2E-97DC-CB72949151EB}"/>
              </a:ext>
            </a:extLst>
          </p:cNvPr>
          <p:cNvSpPr>
            <a:spLocks noGrp="1"/>
          </p:cNvSpPr>
          <p:nvPr/>
        </p:nvSpPr>
        <p:spPr>
          <a:xfrm>
            <a:off x="11963400" y="3581400"/>
            <a:ext cx="2819400" cy="76200"/>
          </a:xfrm>
          <a:prstGeom prst="rect">
            <a:avLst/>
          </a:prstGeom>
          <a:solidFill>
            <a:srgbClr val="263A62"/>
          </a:solidFill>
        </p:spPr>
        <p:txBody>
          <a:bodyPr/>
          <a:lstStyle/>
          <a:p>
            <a:endParaRPr lang="en-US"/>
          </a:p>
        </p:txBody>
      </p:sp>
      <p:sp>
        <p:nvSpPr>
          <p:cNvPr id="27" name="Rectangle: Rounded Corners 26">
            <a:extLst>
              <a:ext uri="{FF2B5EF4-FFF2-40B4-BE49-F238E27FC236}">
                <a16:creationId xmlns:a16="http://schemas.microsoft.com/office/drawing/2014/main" id="{C073245F-26A5-47F4-881D-CADB75CBE5CB}"/>
              </a:ext>
            </a:extLst>
          </p:cNvPr>
          <p:cNvSpPr>
            <a:spLocks noGrp="1"/>
          </p:cNvSpPr>
          <p:nvPr/>
        </p:nvSpPr>
        <p:spPr>
          <a:xfrm>
            <a:off x="13944600" y="3200400"/>
            <a:ext cx="1828800" cy="838200"/>
          </a:xfrm>
          <a:prstGeom prst="roundRect">
            <a:avLst>
              <a:gd name="adj" fmla="val 9091"/>
            </a:avLst>
          </a:prstGeom>
          <a:solidFill>
            <a:srgbClr val="111B38"/>
          </a:solidFill>
        </p:spPr>
        <p:txBody>
          <a:bodyPr/>
          <a:lstStyle/>
          <a:p>
            <a:endParaRPr lang="en-US"/>
          </a:p>
        </p:txBody>
      </p:sp>
      <p:sp>
        <p:nvSpPr>
          <p:cNvPr id="28" name="Oval 27">
            <a:extLst>
              <a:ext uri="{FF2B5EF4-FFF2-40B4-BE49-F238E27FC236}">
                <a16:creationId xmlns:a16="http://schemas.microsoft.com/office/drawing/2014/main" id="{449B3BCE-8DD0-4728-A2D9-448B429205E0}"/>
              </a:ext>
            </a:extLst>
          </p:cNvPr>
          <p:cNvSpPr>
            <a:spLocks noGrp="1"/>
          </p:cNvSpPr>
          <p:nvPr/>
        </p:nvSpPr>
        <p:spPr>
          <a:xfrm>
            <a:off x="14135100" y="3390900"/>
            <a:ext cx="381000" cy="381000"/>
          </a:xfrm>
          <a:prstGeom prst="ellipse">
            <a:avLst/>
          </a:prstGeom>
          <a:solidFill>
            <a:srgbClr val="A66BFF"/>
          </a:solidFill>
        </p:spPr>
        <p:txBody>
          <a:bodyPr/>
          <a:lstStyle/>
          <a:p>
            <a:endParaRPr lang="en-US"/>
          </a:p>
        </p:txBody>
      </p:sp>
      <p:sp>
        <p:nvSpPr>
          <p:cNvPr id="29" name="tool-MCP">
            <a:extLst>
              <a:ext uri="{FF2B5EF4-FFF2-40B4-BE49-F238E27FC236}">
                <a16:creationId xmlns:a16="http://schemas.microsoft.com/office/drawing/2014/main" id="{C3EC478A-1142-4F18-9458-230C5005523F}"/>
              </a:ext>
            </a:extLst>
          </p:cNvPr>
          <p:cNvSpPr>
            <a:spLocks noGrp="1"/>
          </p:cNvSpPr>
          <p:nvPr/>
        </p:nvSpPr>
        <p:spPr>
          <a:xfrm>
            <a:off x="14649450" y="3409950"/>
            <a:ext cx="914400" cy="323850"/>
          </a:xfrm>
          <a:prstGeom prst="rect">
            <a:avLst/>
          </a:prstGeom>
        </p:spPr>
        <p:txBody>
          <a:bodyPr lIns="0" tIns="0" rIns="0" bIns="0"/>
          <a:lstStyle/>
          <a:p>
            <a:pPr>
              <a:defRPr sz="2025" b="1" i="0">
                <a:solidFill>
                  <a:srgbClr val="F8FBFF"/>
                </a:solidFill>
              </a:defRPr>
            </a:pPr>
            <a:r>
              <a:rPr sz="2025" b="1" i="0">
                <a:solidFill>
                  <a:srgbClr val="F8FBFF"/>
                </a:solidFill>
              </a:rPr>
              <a:t>MCP</a:t>
            </a:r>
          </a:p>
        </p:txBody>
      </p:sp>
      <p:sp>
        <p:nvSpPr>
          <p:cNvPr id="30" name="Rectangle 29">
            <a:extLst>
              <a:ext uri="{FF2B5EF4-FFF2-40B4-BE49-F238E27FC236}">
                <a16:creationId xmlns:a16="http://schemas.microsoft.com/office/drawing/2014/main" id="{68E83251-A47D-4DBD-93A2-4ED9AEF768EB}"/>
              </a:ext>
            </a:extLst>
          </p:cNvPr>
          <p:cNvSpPr>
            <a:spLocks noGrp="1"/>
          </p:cNvSpPr>
          <p:nvPr/>
        </p:nvSpPr>
        <p:spPr>
          <a:xfrm>
            <a:off x="6553200" y="5257800"/>
            <a:ext cx="2590800" cy="76200"/>
          </a:xfrm>
          <a:prstGeom prst="rect">
            <a:avLst/>
          </a:prstGeom>
          <a:solidFill>
            <a:srgbClr val="263A62"/>
          </a:solidFill>
        </p:spPr>
        <p:txBody>
          <a:bodyPr/>
          <a:lstStyle/>
          <a:p>
            <a:endParaRPr lang="en-US"/>
          </a:p>
        </p:txBody>
      </p:sp>
      <p:sp>
        <p:nvSpPr>
          <p:cNvPr id="31" name="Rectangle 30">
            <a:extLst>
              <a:ext uri="{FF2B5EF4-FFF2-40B4-BE49-F238E27FC236}">
                <a16:creationId xmlns:a16="http://schemas.microsoft.com/office/drawing/2014/main" id="{A587E1B1-7B15-491A-B5BB-FF419AA27F6E}"/>
              </a:ext>
            </a:extLst>
          </p:cNvPr>
          <p:cNvSpPr>
            <a:spLocks noGrp="1"/>
          </p:cNvSpPr>
          <p:nvPr/>
        </p:nvSpPr>
        <p:spPr>
          <a:xfrm>
            <a:off x="6553200" y="5257800"/>
            <a:ext cx="76200" cy="1981200"/>
          </a:xfrm>
          <a:prstGeom prst="rect">
            <a:avLst/>
          </a:prstGeom>
          <a:solidFill>
            <a:srgbClr val="263A62"/>
          </a:solidFill>
        </p:spPr>
        <p:txBody>
          <a:bodyPr/>
          <a:lstStyle/>
          <a:p>
            <a:endParaRPr lang="en-US"/>
          </a:p>
        </p:txBody>
      </p:sp>
      <p:sp>
        <p:nvSpPr>
          <p:cNvPr id="32" name="Rectangle 31">
            <a:extLst>
              <a:ext uri="{FF2B5EF4-FFF2-40B4-BE49-F238E27FC236}">
                <a16:creationId xmlns:a16="http://schemas.microsoft.com/office/drawing/2014/main" id="{60160DDE-0FAB-4759-AD51-3E6CD2F87394}"/>
              </a:ext>
            </a:extLst>
          </p:cNvPr>
          <p:cNvSpPr>
            <a:spLocks noGrp="1"/>
          </p:cNvSpPr>
          <p:nvPr/>
        </p:nvSpPr>
        <p:spPr>
          <a:xfrm>
            <a:off x="3962400" y="7162800"/>
            <a:ext cx="2590800" cy="76200"/>
          </a:xfrm>
          <a:prstGeom prst="rect">
            <a:avLst/>
          </a:prstGeom>
          <a:solidFill>
            <a:srgbClr val="263A62"/>
          </a:solidFill>
        </p:spPr>
        <p:txBody>
          <a:bodyPr/>
          <a:lstStyle/>
          <a:p>
            <a:endParaRPr lang="en-US"/>
          </a:p>
        </p:txBody>
      </p:sp>
      <p:sp>
        <p:nvSpPr>
          <p:cNvPr id="33" name="Rectangle: Rounded Corners 32">
            <a:extLst>
              <a:ext uri="{FF2B5EF4-FFF2-40B4-BE49-F238E27FC236}">
                <a16:creationId xmlns:a16="http://schemas.microsoft.com/office/drawing/2014/main" id="{F2A0B87D-016E-49BD-BAE2-0A817431EA84}"/>
              </a:ext>
            </a:extLst>
          </p:cNvPr>
          <p:cNvSpPr>
            <a:spLocks noGrp="1"/>
          </p:cNvSpPr>
          <p:nvPr/>
        </p:nvSpPr>
        <p:spPr>
          <a:xfrm>
            <a:off x="3048000" y="6781800"/>
            <a:ext cx="1828800" cy="838200"/>
          </a:xfrm>
          <a:prstGeom prst="roundRect">
            <a:avLst>
              <a:gd name="adj" fmla="val 9091"/>
            </a:avLst>
          </a:prstGeom>
          <a:solidFill>
            <a:srgbClr val="111B38"/>
          </a:solidFill>
        </p:spPr>
        <p:txBody>
          <a:bodyPr/>
          <a:lstStyle/>
          <a:p>
            <a:endParaRPr lang="en-US"/>
          </a:p>
        </p:txBody>
      </p:sp>
      <p:sp>
        <p:nvSpPr>
          <p:cNvPr id="34" name="Oval 33">
            <a:extLst>
              <a:ext uri="{FF2B5EF4-FFF2-40B4-BE49-F238E27FC236}">
                <a16:creationId xmlns:a16="http://schemas.microsoft.com/office/drawing/2014/main" id="{7238BB7C-A748-454D-B3CE-E8A9E58409C5}"/>
              </a:ext>
            </a:extLst>
          </p:cNvPr>
          <p:cNvSpPr>
            <a:spLocks noGrp="1"/>
          </p:cNvSpPr>
          <p:nvPr/>
        </p:nvSpPr>
        <p:spPr>
          <a:xfrm>
            <a:off x="3276600" y="7010400"/>
            <a:ext cx="381000" cy="381000"/>
          </a:xfrm>
          <a:prstGeom prst="ellipse">
            <a:avLst/>
          </a:prstGeom>
          <a:solidFill>
            <a:srgbClr val="FF6FE7"/>
          </a:solidFill>
        </p:spPr>
        <p:txBody>
          <a:bodyPr/>
          <a:lstStyle/>
          <a:p>
            <a:endParaRPr lang="en-US"/>
          </a:p>
        </p:txBody>
      </p:sp>
      <p:sp>
        <p:nvSpPr>
          <p:cNvPr id="35" name="tool-browser">
            <a:extLst>
              <a:ext uri="{FF2B5EF4-FFF2-40B4-BE49-F238E27FC236}">
                <a16:creationId xmlns:a16="http://schemas.microsoft.com/office/drawing/2014/main" id="{5EDB8E6D-1B38-475A-A0A3-20D76D9CD674}"/>
              </a:ext>
            </a:extLst>
          </p:cNvPr>
          <p:cNvSpPr>
            <a:spLocks noGrp="1"/>
          </p:cNvSpPr>
          <p:nvPr/>
        </p:nvSpPr>
        <p:spPr>
          <a:xfrm>
            <a:off x="3771900" y="7010400"/>
            <a:ext cx="914400" cy="323850"/>
          </a:xfrm>
          <a:prstGeom prst="rect">
            <a:avLst/>
          </a:prstGeom>
        </p:spPr>
        <p:txBody>
          <a:bodyPr lIns="0" tIns="0" rIns="0" bIns="0"/>
          <a:lstStyle/>
          <a:p>
            <a:pPr>
              <a:defRPr sz="2025" b="1" i="0">
                <a:solidFill>
                  <a:srgbClr val="F8FBFF"/>
                </a:solidFill>
              </a:defRPr>
            </a:pPr>
            <a:r>
              <a:rPr sz="2025" b="1" i="0">
                <a:solidFill>
                  <a:srgbClr val="F8FBFF"/>
                </a:solidFill>
              </a:rPr>
              <a:t>browser</a:t>
            </a:r>
          </a:p>
        </p:txBody>
      </p:sp>
      <p:sp>
        <p:nvSpPr>
          <p:cNvPr id="36" name="Rectangle 35">
            <a:extLst>
              <a:ext uri="{FF2B5EF4-FFF2-40B4-BE49-F238E27FC236}">
                <a16:creationId xmlns:a16="http://schemas.microsoft.com/office/drawing/2014/main" id="{D29C24C5-02C1-455E-A3B2-5B7A5B8B8C88}"/>
              </a:ext>
            </a:extLst>
          </p:cNvPr>
          <p:cNvSpPr>
            <a:spLocks noGrp="1"/>
          </p:cNvSpPr>
          <p:nvPr/>
        </p:nvSpPr>
        <p:spPr>
          <a:xfrm>
            <a:off x="9144000" y="5257800"/>
            <a:ext cx="2209800" cy="76200"/>
          </a:xfrm>
          <a:prstGeom prst="rect">
            <a:avLst/>
          </a:prstGeom>
          <a:solidFill>
            <a:srgbClr val="263A62"/>
          </a:solidFill>
        </p:spPr>
        <p:txBody>
          <a:bodyPr/>
          <a:lstStyle/>
          <a:p>
            <a:endParaRPr lang="en-US"/>
          </a:p>
        </p:txBody>
      </p:sp>
      <p:sp>
        <p:nvSpPr>
          <p:cNvPr id="37" name="Rectangle 36">
            <a:extLst>
              <a:ext uri="{FF2B5EF4-FFF2-40B4-BE49-F238E27FC236}">
                <a16:creationId xmlns:a16="http://schemas.microsoft.com/office/drawing/2014/main" id="{F8E3AF62-A4C1-4D55-B6EF-C86EA2D3F42B}"/>
              </a:ext>
            </a:extLst>
          </p:cNvPr>
          <p:cNvSpPr>
            <a:spLocks noGrp="1"/>
          </p:cNvSpPr>
          <p:nvPr/>
        </p:nvSpPr>
        <p:spPr>
          <a:xfrm>
            <a:off x="11353800" y="5257800"/>
            <a:ext cx="76200" cy="1981200"/>
          </a:xfrm>
          <a:prstGeom prst="rect">
            <a:avLst/>
          </a:prstGeom>
          <a:solidFill>
            <a:srgbClr val="263A62"/>
          </a:solidFill>
        </p:spPr>
        <p:txBody>
          <a:bodyPr/>
          <a:lstStyle/>
          <a:p>
            <a:endParaRPr lang="en-US"/>
          </a:p>
        </p:txBody>
      </p:sp>
      <p:sp>
        <p:nvSpPr>
          <p:cNvPr id="38" name="Rectangle 37">
            <a:extLst>
              <a:ext uri="{FF2B5EF4-FFF2-40B4-BE49-F238E27FC236}">
                <a16:creationId xmlns:a16="http://schemas.microsoft.com/office/drawing/2014/main" id="{EAD77708-8B6E-4827-8E25-A0EC0B9C5CE0}"/>
              </a:ext>
            </a:extLst>
          </p:cNvPr>
          <p:cNvSpPr>
            <a:spLocks noGrp="1"/>
          </p:cNvSpPr>
          <p:nvPr/>
        </p:nvSpPr>
        <p:spPr>
          <a:xfrm>
            <a:off x="11353800" y="7162800"/>
            <a:ext cx="2133600" cy="76200"/>
          </a:xfrm>
          <a:prstGeom prst="rect">
            <a:avLst/>
          </a:prstGeom>
          <a:solidFill>
            <a:srgbClr val="263A62"/>
          </a:solidFill>
        </p:spPr>
        <p:txBody>
          <a:bodyPr/>
          <a:lstStyle/>
          <a:p>
            <a:endParaRPr lang="en-US"/>
          </a:p>
        </p:txBody>
      </p:sp>
      <p:sp>
        <p:nvSpPr>
          <p:cNvPr id="39" name="Rectangle: Rounded Corners 38">
            <a:extLst>
              <a:ext uri="{FF2B5EF4-FFF2-40B4-BE49-F238E27FC236}">
                <a16:creationId xmlns:a16="http://schemas.microsoft.com/office/drawing/2014/main" id="{C62A2EB7-CC44-44C9-BF89-EB08A12928B4}"/>
              </a:ext>
            </a:extLst>
          </p:cNvPr>
          <p:cNvSpPr>
            <a:spLocks noGrp="1"/>
          </p:cNvSpPr>
          <p:nvPr/>
        </p:nvSpPr>
        <p:spPr>
          <a:xfrm>
            <a:off x="12573000" y="6781800"/>
            <a:ext cx="1828800" cy="838200"/>
          </a:xfrm>
          <a:prstGeom prst="roundRect">
            <a:avLst>
              <a:gd name="adj" fmla="val 9091"/>
            </a:avLst>
          </a:prstGeom>
          <a:solidFill>
            <a:srgbClr val="111B38"/>
          </a:solidFill>
        </p:spPr>
        <p:txBody>
          <a:bodyPr/>
          <a:lstStyle/>
          <a:p>
            <a:endParaRPr lang="en-US"/>
          </a:p>
        </p:txBody>
      </p:sp>
      <p:sp>
        <p:nvSpPr>
          <p:cNvPr id="40" name="Oval 39">
            <a:extLst>
              <a:ext uri="{FF2B5EF4-FFF2-40B4-BE49-F238E27FC236}">
                <a16:creationId xmlns:a16="http://schemas.microsoft.com/office/drawing/2014/main" id="{37D6A29A-99F4-4D50-AB15-CAB2673BE6EB}"/>
              </a:ext>
            </a:extLst>
          </p:cNvPr>
          <p:cNvSpPr>
            <a:spLocks noGrp="1"/>
          </p:cNvSpPr>
          <p:nvPr/>
        </p:nvSpPr>
        <p:spPr>
          <a:xfrm>
            <a:off x="12801600" y="7010400"/>
            <a:ext cx="381000" cy="381000"/>
          </a:xfrm>
          <a:prstGeom prst="ellipse">
            <a:avLst/>
          </a:prstGeom>
          <a:solidFill>
            <a:srgbClr val="31D7F5"/>
          </a:solidFill>
        </p:spPr>
        <p:txBody>
          <a:bodyPr/>
          <a:lstStyle/>
          <a:p>
            <a:endParaRPr lang="en-US"/>
          </a:p>
        </p:txBody>
      </p:sp>
      <p:sp>
        <p:nvSpPr>
          <p:cNvPr id="41" name="tool-tests">
            <a:extLst>
              <a:ext uri="{FF2B5EF4-FFF2-40B4-BE49-F238E27FC236}">
                <a16:creationId xmlns:a16="http://schemas.microsoft.com/office/drawing/2014/main" id="{F5DB45CD-B897-4971-954B-AE35A6C3C604}"/>
              </a:ext>
            </a:extLst>
          </p:cNvPr>
          <p:cNvSpPr>
            <a:spLocks noGrp="1"/>
          </p:cNvSpPr>
          <p:nvPr/>
        </p:nvSpPr>
        <p:spPr>
          <a:xfrm>
            <a:off x="13296900" y="7010400"/>
            <a:ext cx="914400" cy="323850"/>
          </a:xfrm>
          <a:prstGeom prst="rect">
            <a:avLst/>
          </a:prstGeom>
        </p:spPr>
        <p:txBody>
          <a:bodyPr lIns="0" tIns="0" rIns="0" bIns="0"/>
          <a:lstStyle/>
          <a:p>
            <a:pPr>
              <a:defRPr sz="2025" b="1" i="0">
                <a:solidFill>
                  <a:srgbClr val="F8FBFF"/>
                </a:solidFill>
              </a:defRPr>
            </a:pPr>
            <a:r>
              <a:rPr sz="2025" b="1" i="0">
                <a:solidFill>
                  <a:srgbClr val="F8FBFF"/>
                </a:solidFill>
              </a:rPr>
              <a:t>tests</a:t>
            </a:r>
          </a:p>
        </p:txBody>
      </p:sp>
      <p:pic>
        <p:nvPicPr>
          <p:cNvPr id="42" name="tools-copilot"/>
          <p:cNvPicPr>
            <a:picLocks noChangeAspect="1"/>
          </p:cNvPicPr>
          <p:nvPr/>
        </p:nvPicPr>
        <p:blipFill>
          <a:blip r:embed="rId3">
            <a:extLst>
              <a:ext uri="{28A0092B-C50C-407E-A947-70E740481C1C}">
                <a14:useLocalDpi xmlns:a14="http://schemas.microsoft.com/office/drawing/2010/main" val="0"/>
              </a:ext>
            </a:extLst>
          </a:blip>
          <a:srcRect/>
          <a:stretch/>
        </p:blipFill>
        <p:spPr>
          <a:xfrm>
            <a:off x="7334250" y="3429000"/>
            <a:ext cx="3619500" cy="3619500"/>
          </a:xfrm>
          <a:prstGeom prst="rect">
            <a:avLst/>
          </a:prstGeom>
        </p:spPr>
      </p:pic>
      <p:sp>
        <p:nvSpPr>
          <p:cNvPr id="43" name="Rectangle: Rounded Corners 42">
            <a:extLst>
              <a:ext uri="{FF2B5EF4-FFF2-40B4-BE49-F238E27FC236}">
                <a16:creationId xmlns:a16="http://schemas.microsoft.com/office/drawing/2014/main" id="{80C45004-9DA7-436A-A9AB-64B801354C16}"/>
              </a:ext>
            </a:extLst>
          </p:cNvPr>
          <p:cNvSpPr>
            <a:spLocks noGrp="1"/>
          </p:cNvSpPr>
          <p:nvPr/>
        </p:nvSpPr>
        <p:spPr>
          <a:xfrm>
            <a:off x="3057525" y="8423885"/>
            <a:ext cx="2743200" cy="609600"/>
          </a:xfrm>
          <a:prstGeom prst="roundRect">
            <a:avLst>
              <a:gd name="adj" fmla="val 12500"/>
            </a:avLst>
          </a:prstGeom>
          <a:solidFill>
            <a:srgbClr val="132542"/>
          </a:solidFill>
          <a:ln w="6350">
            <a:solidFill>
              <a:schemeClr val="bg1"/>
            </a:solidFill>
          </a:ln>
        </p:spPr>
        <p:txBody>
          <a:bodyPr/>
          <a:lstStyle/>
          <a:p>
            <a:endParaRPr lang="en-US"/>
          </a:p>
        </p:txBody>
      </p:sp>
      <p:sp>
        <p:nvSpPr>
          <p:cNvPr id="44" name="Rectangle 43">
            <a:extLst>
              <a:ext uri="{FF2B5EF4-FFF2-40B4-BE49-F238E27FC236}">
                <a16:creationId xmlns:a16="http://schemas.microsoft.com/office/drawing/2014/main" id="{D945179E-12C6-412F-B30A-F4C9160196BE}"/>
              </a:ext>
            </a:extLst>
          </p:cNvPr>
          <p:cNvSpPr>
            <a:spLocks noGrp="1"/>
          </p:cNvSpPr>
          <p:nvPr/>
        </p:nvSpPr>
        <p:spPr>
          <a:xfrm>
            <a:off x="2990850" y="8585810"/>
            <a:ext cx="2876550" cy="285750"/>
          </a:xfrm>
          <a:prstGeom prst="rect">
            <a:avLst/>
          </a:prstGeom>
        </p:spPr>
        <p:txBody>
          <a:bodyPr lIns="0" tIns="0" rIns="0" bIns="0"/>
          <a:lstStyle/>
          <a:p>
            <a:pPr algn="ctr">
              <a:defRPr sz="1800" b="1" i="0">
                <a:solidFill>
                  <a:srgbClr val="31D7F5"/>
                </a:solidFill>
              </a:defRPr>
            </a:pPr>
            <a:r>
              <a:rPr sz="1800" b="1" i="0" dirty="0">
                <a:solidFill>
                  <a:srgbClr val="31D7F5"/>
                </a:solidFill>
              </a:rPr>
              <a:t>--available-tools</a:t>
            </a:r>
          </a:p>
        </p:txBody>
      </p:sp>
      <p:sp>
        <p:nvSpPr>
          <p:cNvPr id="45" name="Rectangle: Rounded Corners 44">
            <a:extLst>
              <a:ext uri="{FF2B5EF4-FFF2-40B4-BE49-F238E27FC236}">
                <a16:creationId xmlns:a16="http://schemas.microsoft.com/office/drawing/2014/main" id="{0E602896-DE9E-43E3-B07C-98CA8D159762}"/>
              </a:ext>
            </a:extLst>
          </p:cNvPr>
          <p:cNvSpPr>
            <a:spLocks noGrp="1"/>
          </p:cNvSpPr>
          <p:nvPr/>
        </p:nvSpPr>
        <p:spPr>
          <a:xfrm>
            <a:off x="6172200" y="8423885"/>
            <a:ext cx="2743200" cy="609600"/>
          </a:xfrm>
          <a:prstGeom prst="roundRect">
            <a:avLst>
              <a:gd name="adj" fmla="val 12500"/>
            </a:avLst>
          </a:prstGeom>
          <a:solidFill>
            <a:srgbClr val="132542"/>
          </a:solidFill>
          <a:ln w="6350">
            <a:solidFill>
              <a:schemeClr val="bg1"/>
            </a:solidFill>
          </a:ln>
        </p:spPr>
        <p:txBody>
          <a:bodyPr/>
          <a:lstStyle/>
          <a:p>
            <a:endParaRPr lang="en-US"/>
          </a:p>
        </p:txBody>
      </p:sp>
      <p:sp>
        <p:nvSpPr>
          <p:cNvPr id="46" name="Rectangle 45">
            <a:extLst>
              <a:ext uri="{FF2B5EF4-FFF2-40B4-BE49-F238E27FC236}">
                <a16:creationId xmlns:a16="http://schemas.microsoft.com/office/drawing/2014/main" id="{5C387B9A-41F8-4920-9392-EC7F45B6A777}"/>
              </a:ext>
            </a:extLst>
          </p:cNvPr>
          <p:cNvSpPr>
            <a:spLocks noGrp="1"/>
          </p:cNvSpPr>
          <p:nvPr/>
        </p:nvSpPr>
        <p:spPr>
          <a:xfrm>
            <a:off x="6362700" y="8585810"/>
            <a:ext cx="2362200" cy="285750"/>
          </a:xfrm>
          <a:prstGeom prst="rect">
            <a:avLst/>
          </a:prstGeom>
        </p:spPr>
        <p:txBody>
          <a:bodyPr lIns="0" tIns="0" rIns="0" bIns="0"/>
          <a:lstStyle/>
          <a:p>
            <a:pPr algn="ctr">
              <a:defRPr sz="1800" b="1" i="0">
                <a:solidFill>
                  <a:srgbClr val="FF6FE7"/>
                </a:solidFill>
              </a:defRPr>
            </a:pPr>
            <a:r>
              <a:rPr sz="1800" b="1" i="0" dirty="0">
                <a:solidFill>
                  <a:srgbClr val="FF6FE7"/>
                </a:solidFill>
              </a:rPr>
              <a:t>--excluded-tools</a:t>
            </a:r>
          </a:p>
        </p:txBody>
      </p:sp>
      <p:sp>
        <p:nvSpPr>
          <p:cNvPr id="47" name="Rectangle: Rounded Corners 46">
            <a:extLst>
              <a:ext uri="{FF2B5EF4-FFF2-40B4-BE49-F238E27FC236}">
                <a16:creationId xmlns:a16="http://schemas.microsoft.com/office/drawing/2014/main" id="{3A28BFB5-262C-4175-8A1C-F6E80ADF8B54}"/>
              </a:ext>
            </a:extLst>
          </p:cNvPr>
          <p:cNvSpPr>
            <a:spLocks noGrp="1"/>
          </p:cNvSpPr>
          <p:nvPr/>
        </p:nvSpPr>
        <p:spPr>
          <a:xfrm>
            <a:off x="9286875" y="8423885"/>
            <a:ext cx="2743200" cy="609600"/>
          </a:xfrm>
          <a:prstGeom prst="roundRect">
            <a:avLst>
              <a:gd name="adj" fmla="val 12500"/>
            </a:avLst>
          </a:prstGeom>
          <a:solidFill>
            <a:srgbClr val="132542"/>
          </a:solidFill>
          <a:ln w="6350">
            <a:solidFill>
              <a:schemeClr val="bg1"/>
            </a:solidFill>
          </a:ln>
        </p:spPr>
        <p:txBody>
          <a:bodyPr/>
          <a:lstStyle/>
          <a:p>
            <a:endParaRPr lang="en-US"/>
          </a:p>
        </p:txBody>
      </p:sp>
      <p:sp>
        <p:nvSpPr>
          <p:cNvPr id="48" name="Rectangle 47">
            <a:extLst>
              <a:ext uri="{FF2B5EF4-FFF2-40B4-BE49-F238E27FC236}">
                <a16:creationId xmlns:a16="http://schemas.microsoft.com/office/drawing/2014/main" id="{3728302B-0F03-49D2-BC2E-78D82CD98FA9}"/>
              </a:ext>
            </a:extLst>
          </p:cNvPr>
          <p:cNvSpPr>
            <a:spLocks noGrp="1"/>
          </p:cNvSpPr>
          <p:nvPr/>
        </p:nvSpPr>
        <p:spPr>
          <a:xfrm>
            <a:off x="9496425" y="8566760"/>
            <a:ext cx="2324100" cy="323850"/>
          </a:xfrm>
          <a:prstGeom prst="rect">
            <a:avLst/>
          </a:prstGeom>
        </p:spPr>
        <p:txBody>
          <a:bodyPr lIns="0" tIns="0" rIns="0" bIns="0"/>
          <a:lstStyle/>
          <a:p>
            <a:pPr algn="ctr">
              <a:defRPr sz="1800" b="1" i="0">
                <a:solidFill>
                  <a:srgbClr val="63F4A9"/>
                </a:solidFill>
              </a:defRPr>
            </a:pPr>
            <a:r>
              <a:rPr sz="1800" b="1" i="0" dirty="0">
                <a:solidFill>
                  <a:srgbClr val="63F4A9"/>
                </a:solidFill>
              </a:rPr>
              <a:t>--allow-tool</a:t>
            </a:r>
          </a:p>
        </p:txBody>
      </p:sp>
      <p:sp>
        <p:nvSpPr>
          <p:cNvPr id="49" name="Rectangle: Rounded Corners 48">
            <a:extLst>
              <a:ext uri="{FF2B5EF4-FFF2-40B4-BE49-F238E27FC236}">
                <a16:creationId xmlns:a16="http://schemas.microsoft.com/office/drawing/2014/main" id="{8EE55811-1B9A-4079-9B06-D237129E662F}"/>
              </a:ext>
            </a:extLst>
          </p:cNvPr>
          <p:cNvSpPr>
            <a:spLocks noGrp="1"/>
          </p:cNvSpPr>
          <p:nvPr/>
        </p:nvSpPr>
        <p:spPr>
          <a:xfrm>
            <a:off x="12239625" y="8423885"/>
            <a:ext cx="2743200" cy="609600"/>
          </a:xfrm>
          <a:prstGeom prst="roundRect">
            <a:avLst>
              <a:gd name="adj" fmla="val 12500"/>
            </a:avLst>
          </a:prstGeom>
          <a:solidFill>
            <a:srgbClr val="132542"/>
          </a:solidFill>
          <a:ln w="6350">
            <a:solidFill>
              <a:schemeClr val="bg1"/>
            </a:solidFill>
          </a:ln>
        </p:spPr>
        <p:txBody>
          <a:bodyPr/>
          <a:lstStyle/>
          <a:p>
            <a:endParaRPr lang="en-US"/>
          </a:p>
        </p:txBody>
      </p:sp>
      <p:sp>
        <p:nvSpPr>
          <p:cNvPr id="50" name="Rectangle 49">
            <a:extLst>
              <a:ext uri="{FF2B5EF4-FFF2-40B4-BE49-F238E27FC236}">
                <a16:creationId xmlns:a16="http://schemas.microsoft.com/office/drawing/2014/main" id="{D89559B7-3A10-486A-90C0-80AF36825C15}"/>
              </a:ext>
            </a:extLst>
          </p:cNvPr>
          <p:cNvSpPr>
            <a:spLocks noGrp="1"/>
          </p:cNvSpPr>
          <p:nvPr/>
        </p:nvSpPr>
        <p:spPr>
          <a:xfrm>
            <a:off x="12496800" y="8623910"/>
            <a:ext cx="2228850" cy="209550"/>
          </a:xfrm>
          <a:prstGeom prst="rect">
            <a:avLst/>
          </a:prstGeom>
        </p:spPr>
        <p:txBody>
          <a:bodyPr lIns="0" tIns="0" rIns="0" bIns="0"/>
          <a:lstStyle/>
          <a:p>
            <a:pPr algn="ctr">
              <a:defRPr sz="1800" b="1" i="0">
                <a:solidFill>
                  <a:srgbClr val="D7FF4A"/>
                </a:solidFill>
              </a:defRPr>
            </a:pPr>
            <a:r>
              <a:rPr sz="1800" b="1" i="0" dirty="0">
                <a:solidFill>
                  <a:srgbClr val="D7FF4A"/>
                </a:solidFill>
              </a:rPr>
              <a:t>--deny-tool</a:t>
            </a:r>
          </a:p>
        </p:txBody>
      </p:sp>
      <p:sp>
        <p:nvSpPr>
          <p:cNvPr id="51" name="source">
            <a:extLst>
              <a:ext uri="{FF2B5EF4-FFF2-40B4-BE49-F238E27FC236}">
                <a16:creationId xmlns:a16="http://schemas.microsoft.com/office/drawing/2014/main" id="{6727E280-3C79-4563-BDCE-05800F7BE439}"/>
              </a:ext>
            </a:extLst>
          </p:cNvPr>
          <p:cNvSpPr>
            <a:spLocks noGrp="1"/>
          </p:cNvSpPr>
          <p:nvPr/>
        </p:nvSpPr>
        <p:spPr>
          <a:xfrm>
            <a:off x="914400" y="9696450"/>
            <a:ext cx="7620000" cy="190500"/>
          </a:xfrm>
          <a:prstGeom prst="rect">
            <a:avLst/>
          </a:prstGeom>
        </p:spPr>
        <p:txBody>
          <a:bodyPr lIns="0" tIns="0" rIns="0" bIns="0"/>
          <a:lstStyle/>
          <a:p>
            <a:pPr>
              <a:defRPr sz="1200" b="0" i="0">
                <a:solidFill>
                  <a:srgbClr val="6F7DA3"/>
                </a:solidFill>
              </a:defRPr>
            </a:pPr>
            <a:r>
              <a:rPr sz="1200" b="0" i="0">
                <a:solidFill>
                  <a:srgbClr val="6F7DA3"/>
                </a:solidFill>
              </a:rPr>
              <a:t>Mission profile: review-only, docs-only, test-only, PR-ready</a:t>
            </a:r>
          </a:p>
        </p:txBody>
      </p:sp>
      <p:sp>
        <p:nvSpPr>
          <p:cNvPr id="55" name="TextBox 54">
            <a:extLst>
              <a:ext uri="{FF2B5EF4-FFF2-40B4-BE49-F238E27FC236}">
                <a16:creationId xmlns:a16="http://schemas.microsoft.com/office/drawing/2014/main" id="{35ED44C4-A514-FA6C-A468-6F8A045E59CD}"/>
              </a:ext>
            </a:extLst>
          </p:cNvPr>
          <p:cNvSpPr txBox="1"/>
          <p:nvPr/>
        </p:nvSpPr>
        <p:spPr>
          <a:xfrm>
            <a:off x="11158832" y="6416070"/>
            <a:ext cx="1875835" cy="1569660"/>
          </a:xfrm>
          <a:prstGeom prst="rect">
            <a:avLst/>
          </a:prstGeom>
          <a:noFill/>
        </p:spPr>
        <p:txBody>
          <a:bodyPr wrap="none" rtlCol="0">
            <a:spAutoFit/>
          </a:bodyPr>
          <a:lstStyle/>
          <a:p>
            <a:r>
              <a:rPr lang="en-US" sz="9600" dirty="0"/>
              <a:t>👉</a:t>
            </a:r>
          </a:p>
        </p:txBody>
      </p:sp>
      <p:sp>
        <p:nvSpPr>
          <p:cNvPr id="58" name="TextBox 57">
            <a:extLst>
              <a:ext uri="{FF2B5EF4-FFF2-40B4-BE49-F238E27FC236}">
                <a16:creationId xmlns:a16="http://schemas.microsoft.com/office/drawing/2014/main" id="{CA2744D4-4686-CCC4-3A47-2327CFD3F394}"/>
              </a:ext>
            </a:extLst>
          </p:cNvPr>
          <p:cNvSpPr txBox="1"/>
          <p:nvPr/>
        </p:nvSpPr>
        <p:spPr>
          <a:xfrm>
            <a:off x="5791200" y="1844070"/>
            <a:ext cx="1942699" cy="1569660"/>
          </a:xfrm>
          <a:prstGeom prst="rect">
            <a:avLst/>
          </a:prstGeom>
          <a:noFill/>
        </p:spPr>
        <p:txBody>
          <a:bodyPr wrap="square">
            <a:spAutoFit/>
          </a:bodyPr>
          <a:lstStyle/>
          <a:p>
            <a:r>
              <a:rPr lang="en-US" sz="9600" dirty="0"/>
              <a:t>👈</a:t>
            </a:r>
          </a:p>
        </p:txBody>
      </p:sp>
      <p:sp>
        <p:nvSpPr>
          <p:cNvPr id="59" name="TextBox 58">
            <a:extLst>
              <a:ext uri="{FF2B5EF4-FFF2-40B4-BE49-F238E27FC236}">
                <a16:creationId xmlns:a16="http://schemas.microsoft.com/office/drawing/2014/main" id="{D17E7D2F-E902-F877-AB86-C19430BEBE37}"/>
              </a:ext>
            </a:extLst>
          </p:cNvPr>
          <p:cNvSpPr txBox="1"/>
          <p:nvPr/>
        </p:nvSpPr>
        <p:spPr>
          <a:xfrm>
            <a:off x="3536611" y="2796570"/>
            <a:ext cx="1942699" cy="1569660"/>
          </a:xfrm>
          <a:prstGeom prst="rect">
            <a:avLst/>
          </a:prstGeom>
          <a:noFill/>
        </p:spPr>
        <p:txBody>
          <a:bodyPr wrap="square">
            <a:spAutoFit/>
          </a:bodyPr>
          <a:lstStyle/>
          <a:p>
            <a:r>
              <a:rPr lang="en-US" sz="9600" dirty="0"/>
              <a:t>👈</a:t>
            </a:r>
          </a:p>
        </p:txBody>
      </p:sp>
      <p:sp>
        <p:nvSpPr>
          <p:cNvPr id="60" name="TextBox 59">
            <a:extLst>
              <a:ext uri="{FF2B5EF4-FFF2-40B4-BE49-F238E27FC236}">
                <a16:creationId xmlns:a16="http://schemas.microsoft.com/office/drawing/2014/main" id="{89A4D553-809F-D603-CBF1-D079CFB43E1E}"/>
              </a:ext>
            </a:extLst>
          </p:cNvPr>
          <p:cNvSpPr txBox="1"/>
          <p:nvPr/>
        </p:nvSpPr>
        <p:spPr>
          <a:xfrm>
            <a:off x="4474717" y="6377970"/>
            <a:ext cx="1942699" cy="1569660"/>
          </a:xfrm>
          <a:prstGeom prst="rect">
            <a:avLst/>
          </a:prstGeom>
          <a:noFill/>
        </p:spPr>
        <p:txBody>
          <a:bodyPr wrap="square">
            <a:spAutoFit/>
          </a:bodyPr>
          <a:lstStyle/>
          <a:p>
            <a:r>
              <a:rPr lang="en-US" sz="9600" dirty="0"/>
              <a:t>👈</a:t>
            </a:r>
          </a:p>
        </p:txBody>
      </p:sp>
      <p:sp>
        <p:nvSpPr>
          <p:cNvPr id="61" name="TextBox 60">
            <a:extLst>
              <a:ext uri="{FF2B5EF4-FFF2-40B4-BE49-F238E27FC236}">
                <a16:creationId xmlns:a16="http://schemas.microsoft.com/office/drawing/2014/main" id="{30804447-D230-44B2-936D-A17014E30CCF}"/>
              </a:ext>
            </a:extLst>
          </p:cNvPr>
          <p:cNvSpPr txBox="1"/>
          <p:nvPr/>
        </p:nvSpPr>
        <p:spPr>
          <a:xfrm>
            <a:off x="12416132" y="2838450"/>
            <a:ext cx="1875835" cy="1569660"/>
          </a:xfrm>
          <a:prstGeom prst="rect">
            <a:avLst/>
          </a:prstGeom>
          <a:noFill/>
        </p:spPr>
        <p:txBody>
          <a:bodyPr wrap="none" rtlCol="0">
            <a:spAutoFit/>
          </a:bodyPr>
          <a:lstStyle/>
          <a:p>
            <a:r>
              <a:rPr lang="en-US" sz="9600" dirty="0"/>
              <a:t>👉</a:t>
            </a:r>
          </a:p>
        </p:txBody>
      </p:sp>
      <p:sp>
        <p:nvSpPr>
          <p:cNvPr id="62" name="TextBox 61">
            <a:extLst>
              <a:ext uri="{FF2B5EF4-FFF2-40B4-BE49-F238E27FC236}">
                <a16:creationId xmlns:a16="http://schemas.microsoft.com/office/drawing/2014/main" id="{87FF0560-F403-4FE2-7485-06868C992F05}"/>
              </a:ext>
            </a:extLst>
          </p:cNvPr>
          <p:cNvSpPr txBox="1"/>
          <p:nvPr/>
        </p:nvSpPr>
        <p:spPr>
          <a:xfrm>
            <a:off x="10604065" y="1573440"/>
            <a:ext cx="1875835" cy="1569660"/>
          </a:xfrm>
          <a:prstGeom prst="rect">
            <a:avLst/>
          </a:prstGeom>
          <a:noFill/>
        </p:spPr>
        <p:txBody>
          <a:bodyPr wrap="none" rtlCol="0">
            <a:spAutoFit/>
          </a:bodyPr>
          <a:lstStyle/>
          <a:p>
            <a:r>
              <a:rPr lang="en-US" sz="9600" dirty="0"/>
              <a:t>👉</a:t>
            </a:r>
          </a:p>
        </p:txBody>
      </p:sp>
    </p:spTree>
    <p:extLst>
      <p:ext uri="{BB962C8B-B14F-4D97-AF65-F5344CB8AC3E}">
        <p14:creationId xmlns:p14="http://schemas.microsoft.com/office/powerpoint/2010/main" val="1604099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E432B769-C800-824E-7F9A-FB35DC102C9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46893" y="2127690"/>
            <a:ext cx="567429" cy="548640"/>
          </a:xfrm>
          <a:prstGeom prst="rect">
            <a:avLst/>
          </a:prstGeom>
        </p:spPr>
      </p:pic>
      <p:sp>
        <p:nvSpPr>
          <p:cNvPr id="2" name="Text Placeholder 1">
            <a:extLst>
              <a:ext uri="{FF2B5EF4-FFF2-40B4-BE49-F238E27FC236}">
                <a16:creationId xmlns:a16="http://schemas.microsoft.com/office/drawing/2014/main" id="{C1D9F38C-A6FF-B4F2-A0F8-FA21535DA113}"/>
              </a:ext>
            </a:extLst>
          </p:cNvPr>
          <p:cNvSpPr>
            <a:spLocks noGrp="1"/>
          </p:cNvSpPr>
          <p:nvPr>
            <p:ph type="body" sz="quarter" idx="26"/>
          </p:nvPr>
        </p:nvSpPr>
        <p:spPr/>
        <p:txBody>
          <a:bodyPr/>
          <a:lstStyle/>
          <a:p>
            <a:r>
              <a:rPr lang="en-US" err="1">
                <a:latin typeface="Consolas" panose="02000009000000000000" pitchFamily="49" charset="0"/>
                <a:ea typeface="Consolas" panose="02000009000000000000" pitchFamily="49" charset="0"/>
                <a:cs typeface="Consolas" panose="02000009000000000000" pitchFamily="49" charset="0"/>
              </a:rPr>
              <a:t>github</a:t>
            </a:r>
            <a:endParaRPr lang="en-US">
              <a:latin typeface="Consolas" panose="02000009000000000000" pitchFamily="49" charset="0"/>
              <a:ea typeface="Consolas" panose="02000009000000000000" pitchFamily="49" charset="0"/>
              <a:cs typeface="Consolas" panose="02000009000000000000" pitchFamily="49" charset="0"/>
            </a:endParaRPr>
          </a:p>
        </p:txBody>
      </p:sp>
      <p:sp>
        <p:nvSpPr>
          <p:cNvPr id="3" name="Text Placeholder 2">
            <a:extLst>
              <a:ext uri="{FF2B5EF4-FFF2-40B4-BE49-F238E27FC236}">
                <a16:creationId xmlns:a16="http://schemas.microsoft.com/office/drawing/2014/main" id="{2F805D7A-2DFB-1E26-D787-A488D9783FAD}"/>
              </a:ext>
            </a:extLst>
          </p:cNvPr>
          <p:cNvSpPr>
            <a:spLocks noGrp="1"/>
          </p:cNvSpPr>
          <p:nvPr>
            <p:ph type="body" sz="quarter" idx="27"/>
          </p:nvPr>
        </p:nvSpPr>
        <p:spPr/>
        <p:txBody>
          <a:bodyPr/>
          <a:lstStyle/>
          <a:p>
            <a:r>
              <a:rPr lang="en-US"/>
              <a:t>Provides access to GitHub API operations</a:t>
            </a:r>
          </a:p>
        </p:txBody>
      </p:sp>
      <p:sp>
        <p:nvSpPr>
          <p:cNvPr id="5" name="Text Placeholder 4">
            <a:extLst>
              <a:ext uri="{FF2B5EF4-FFF2-40B4-BE49-F238E27FC236}">
                <a16:creationId xmlns:a16="http://schemas.microsoft.com/office/drawing/2014/main" id="{34C49FA0-F5A1-D519-490A-243633646968}"/>
              </a:ext>
            </a:extLst>
          </p:cNvPr>
          <p:cNvSpPr>
            <a:spLocks noGrp="1"/>
          </p:cNvSpPr>
          <p:nvPr>
            <p:ph type="body" sz="quarter" idx="29"/>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bash</a:t>
            </a:r>
          </a:p>
        </p:txBody>
      </p:sp>
      <p:sp>
        <p:nvSpPr>
          <p:cNvPr id="6" name="Text Placeholder 5">
            <a:extLst>
              <a:ext uri="{FF2B5EF4-FFF2-40B4-BE49-F238E27FC236}">
                <a16:creationId xmlns:a16="http://schemas.microsoft.com/office/drawing/2014/main" id="{3DC75440-C3D6-DE83-55B6-2933AE35DA05}"/>
              </a:ext>
            </a:extLst>
          </p:cNvPr>
          <p:cNvSpPr>
            <a:spLocks noGrp="1"/>
          </p:cNvSpPr>
          <p:nvPr>
            <p:ph type="body" sz="quarter" idx="30"/>
          </p:nvPr>
        </p:nvSpPr>
        <p:spPr/>
        <p:txBody>
          <a:bodyPr/>
          <a:lstStyle/>
          <a:p>
            <a:r>
              <a:rPr lang="en-US"/>
              <a:t>Provides shell command execution</a:t>
            </a:r>
          </a:p>
        </p:txBody>
      </p:sp>
      <p:sp>
        <p:nvSpPr>
          <p:cNvPr id="8" name="Text Placeholder 7">
            <a:extLst>
              <a:ext uri="{FF2B5EF4-FFF2-40B4-BE49-F238E27FC236}">
                <a16:creationId xmlns:a16="http://schemas.microsoft.com/office/drawing/2014/main" id="{61B9324D-EFC5-D5F5-590E-D1459012671B}"/>
              </a:ext>
            </a:extLst>
          </p:cNvPr>
          <p:cNvSpPr>
            <a:spLocks noGrp="1"/>
          </p:cNvSpPr>
          <p:nvPr>
            <p:ph type="body" sz="quarter" idx="32"/>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edit</a:t>
            </a:r>
          </a:p>
        </p:txBody>
      </p:sp>
      <p:sp>
        <p:nvSpPr>
          <p:cNvPr id="9" name="Text Placeholder 8">
            <a:extLst>
              <a:ext uri="{FF2B5EF4-FFF2-40B4-BE49-F238E27FC236}">
                <a16:creationId xmlns:a16="http://schemas.microsoft.com/office/drawing/2014/main" id="{0C801FC2-B0F5-77A2-5685-3D931D593757}"/>
              </a:ext>
            </a:extLst>
          </p:cNvPr>
          <p:cNvSpPr>
            <a:spLocks noGrp="1"/>
          </p:cNvSpPr>
          <p:nvPr>
            <p:ph type="body" sz="quarter" idx="33"/>
          </p:nvPr>
        </p:nvSpPr>
        <p:spPr/>
        <p:txBody>
          <a:bodyPr/>
          <a:lstStyle/>
          <a:p>
            <a:r>
              <a:rPr lang="en-US"/>
              <a:t>Provides file editing capabilities through the </a:t>
            </a:r>
            <a:r>
              <a:rPr lang="en-US">
                <a:latin typeface="Consolas" panose="02000009000000000000" pitchFamily="49" charset="0"/>
                <a:ea typeface="Consolas" panose="02000009000000000000" pitchFamily="49" charset="0"/>
                <a:cs typeface="Consolas" panose="02000009000000000000" pitchFamily="49" charset="0"/>
              </a:rPr>
              <a:t>filesystem</a:t>
            </a:r>
            <a:r>
              <a:rPr lang="en-US"/>
              <a:t> MCP server</a:t>
            </a:r>
          </a:p>
        </p:txBody>
      </p:sp>
      <p:sp>
        <p:nvSpPr>
          <p:cNvPr id="11" name="Text Placeholder 10">
            <a:extLst>
              <a:ext uri="{FF2B5EF4-FFF2-40B4-BE49-F238E27FC236}">
                <a16:creationId xmlns:a16="http://schemas.microsoft.com/office/drawing/2014/main" id="{A1147E49-A50D-7C23-8547-5308E215B17B}"/>
              </a:ext>
            </a:extLst>
          </p:cNvPr>
          <p:cNvSpPr>
            <a:spLocks noGrp="1"/>
          </p:cNvSpPr>
          <p:nvPr>
            <p:ph type="body" sz="quarter" idx="35"/>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web-fetch</a:t>
            </a:r>
          </a:p>
        </p:txBody>
      </p:sp>
      <p:sp>
        <p:nvSpPr>
          <p:cNvPr id="12" name="Text Placeholder 11">
            <a:extLst>
              <a:ext uri="{FF2B5EF4-FFF2-40B4-BE49-F238E27FC236}">
                <a16:creationId xmlns:a16="http://schemas.microsoft.com/office/drawing/2014/main" id="{C97992CA-FB9F-FF64-3ACE-2B871181FB70}"/>
              </a:ext>
            </a:extLst>
          </p:cNvPr>
          <p:cNvSpPr>
            <a:spLocks noGrp="1"/>
          </p:cNvSpPr>
          <p:nvPr>
            <p:ph type="body" sz="quarter" idx="36"/>
          </p:nvPr>
        </p:nvSpPr>
        <p:spPr/>
        <p:txBody>
          <a:bodyPr/>
          <a:lstStyle/>
          <a:p>
            <a:r>
              <a:rPr lang="en-US"/>
              <a:t>Provides HTTP request capabilities for fetching web content</a:t>
            </a:r>
          </a:p>
        </p:txBody>
      </p:sp>
      <p:sp>
        <p:nvSpPr>
          <p:cNvPr id="14" name="Title 13">
            <a:extLst>
              <a:ext uri="{FF2B5EF4-FFF2-40B4-BE49-F238E27FC236}">
                <a16:creationId xmlns:a16="http://schemas.microsoft.com/office/drawing/2014/main" id="{655C6B42-BF24-8586-CF67-421C3E01DF48}"/>
              </a:ext>
            </a:extLst>
          </p:cNvPr>
          <p:cNvSpPr>
            <a:spLocks noGrp="1"/>
          </p:cNvSpPr>
          <p:nvPr>
            <p:ph type="ctrTitle"/>
          </p:nvPr>
        </p:nvSpPr>
        <p:spPr/>
        <p:txBody>
          <a:bodyPr/>
          <a:lstStyle/>
          <a:p>
            <a:r>
              <a:rPr lang="en-US" dirty="0"/>
              <a:t>Built-in tools via MCP servers</a:t>
            </a:r>
          </a:p>
        </p:txBody>
      </p:sp>
      <p:sp>
        <p:nvSpPr>
          <p:cNvPr id="15" name="Text Placeholder 14">
            <a:extLst>
              <a:ext uri="{FF2B5EF4-FFF2-40B4-BE49-F238E27FC236}">
                <a16:creationId xmlns:a16="http://schemas.microsoft.com/office/drawing/2014/main" id="{013F616F-4A99-5275-F8D0-6EDED97BB2DD}"/>
              </a:ext>
            </a:extLst>
          </p:cNvPr>
          <p:cNvSpPr>
            <a:spLocks noGrp="1"/>
          </p:cNvSpPr>
          <p:nvPr>
            <p:ph type="body" sz="quarter" idx="38"/>
          </p:nvPr>
        </p:nvSpPr>
        <p:spPr/>
        <p:txBody>
          <a:bodyPr/>
          <a:lstStyle/>
          <a:p>
            <a:r>
              <a:rPr lang="en-US"/>
              <a:t>GitHub Copilot CLI</a:t>
            </a:r>
          </a:p>
        </p:txBody>
      </p:sp>
      <p:sp>
        <p:nvSpPr>
          <p:cNvPr id="16" name="Google Shape;1075;p63">
            <a:extLst>
              <a:ext uri="{FF2B5EF4-FFF2-40B4-BE49-F238E27FC236}">
                <a16:creationId xmlns:a16="http://schemas.microsoft.com/office/drawing/2014/main" id="{24FD9391-3E3C-2A31-FD36-494729AA7796}"/>
              </a:ext>
              <a:ext uri="{C183D7F6-B498-43B3-948B-1728B52AA6E4}">
                <adec:decorative xmlns:adec="http://schemas.microsoft.com/office/drawing/2017/decorative" val="1"/>
              </a:ext>
            </a:extLst>
          </p:cNvPr>
          <p:cNvSpPr/>
          <p:nvPr/>
        </p:nvSpPr>
        <p:spPr>
          <a:xfrm>
            <a:off x="12545567" y="2180826"/>
            <a:ext cx="454130" cy="442368"/>
          </a:xfrm>
          <a:custGeom>
            <a:avLst/>
            <a:gdLst/>
            <a:ahLst/>
            <a:cxnLst/>
            <a:rect l="l" t="t" r="r" b="b"/>
            <a:pathLst>
              <a:path w="2278" h="2219" extrusionOk="0">
                <a:moveTo>
                  <a:pt x="1670" y="68"/>
                </a:moveTo>
                <a:cubicBezTo>
                  <a:pt x="1737" y="0"/>
                  <a:pt x="1855" y="0"/>
                  <a:pt x="1931" y="68"/>
                </a:cubicBezTo>
                <a:lnTo>
                  <a:pt x="2201" y="346"/>
                </a:lnTo>
                <a:cubicBezTo>
                  <a:pt x="2277" y="414"/>
                  <a:pt x="2277" y="532"/>
                  <a:pt x="2201" y="599"/>
                </a:cubicBezTo>
                <a:lnTo>
                  <a:pt x="1906" y="894"/>
                </a:lnTo>
                <a:lnTo>
                  <a:pt x="1906" y="903"/>
                </a:lnTo>
                <a:lnTo>
                  <a:pt x="768" y="1991"/>
                </a:lnTo>
                <a:cubicBezTo>
                  <a:pt x="742" y="2008"/>
                  <a:pt x="717" y="2024"/>
                  <a:pt x="692" y="2033"/>
                </a:cubicBezTo>
                <a:lnTo>
                  <a:pt x="110" y="2210"/>
                </a:lnTo>
                <a:cubicBezTo>
                  <a:pt x="85" y="2218"/>
                  <a:pt x="51" y="2210"/>
                  <a:pt x="25" y="2193"/>
                </a:cubicBezTo>
                <a:cubicBezTo>
                  <a:pt x="9" y="2168"/>
                  <a:pt x="0" y="2134"/>
                  <a:pt x="9" y="2109"/>
                </a:cubicBezTo>
                <a:lnTo>
                  <a:pt x="186" y="1527"/>
                </a:lnTo>
                <a:cubicBezTo>
                  <a:pt x="194" y="1502"/>
                  <a:pt x="211" y="1476"/>
                  <a:pt x="236" y="1451"/>
                </a:cubicBezTo>
                <a:lnTo>
                  <a:pt x="1375" y="363"/>
                </a:lnTo>
                <a:close/>
                <a:moveTo>
                  <a:pt x="1425" y="532"/>
                </a:moveTo>
                <a:lnTo>
                  <a:pt x="346" y="1569"/>
                </a:lnTo>
                <a:cubicBezTo>
                  <a:pt x="338" y="1569"/>
                  <a:pt x="338" y="1569"/>
                  <a:pt x="338" y="1577"/>
                </a:cubicBezTo>
                <a:lnTo>
                  <a:pt x="203" y="2016"/>
                </a:lnTo>
                <a:lnTo>
                  <a:pt x="641" y="1881"/>
                </a:lnTo>
                <a:cubicBezTo>
                  <a:pt x="650" y="1881"/>
                  <a:pt x="650" y="1881"/>
                  <a:pt x="658" y="1873"/>
                </a:cubicBezTo>
                <a:lnTo>
                  <a:pt x="1737" y="844"/>
                </a:lnTo>
                <a:close/>
                <a:moveTo>
                  <a:pt x="1855" y="726"/>
                </a:moveTo>
                <a:lnTo>
                  <a:pt x="2092" y="490"/>
                </a:lnTo>
                <a:cubicBezTo>
                  <a:pt x="2100" y="481"/>
                  <a:pt x="2100" y="464"/>
                  <a:pt x="2092" y="456"/>
                </a:cubicBezTo>
                <a:lnTo>
                  <a:pt x="1813" y="178"/>
                </a:lnTo>
                <a:cubicBezTo>
                  <a:pt x="1805" y="169"/>
                  <a:pt x="1788" y="169"/>
                  <a:pt x="1780" y="178"/>
                </a:cubicBezTo>
                <a:lnTo>
                  <a:pt x="1543" y="422"/>
                </a:lnTo>
                <a:close/>
              </a:path>
            </a:pathLst>
          </a:custGeom>
          <a:solidFill>
            <a:schemeClr val="tx1"/>
          </a:solidFill>
          <a:ln>
            <a:noFill/>
          </a:ln>
        </p:spPr>
        <p:txBody>
          <a:bodyPr spcFirstLastPara="1" wrap="square" lIns="182850" tIns="182850" rIns="182850" bIns="182850" anchor="ctr" anchorCtr="0">
            <a:noAutofit/>
          </a:bodyPr>
          <a:lstStyle/>
          <a:p>
            <a:pPr defTabSz="1828755">
              <a:buClr>
                <a:srgbClr val="000000"/>
              </a:buClr>
            </a:pPr>
            <a:endParaRPr sz="2801" kern="0">
              <a:solidFill>
                <a:srgbClr val="000000"/>
              </a:solidFill>
              <a:latin typeface="Aptos" pitchFamily="2" charset="77"/>
              <a:cs typeface="Arial"/>
              <a:sym typeface="Arial"/>
            </a:endParaRPr>
          </a:p>
        </p:txBody>
      </p:sp>
      <p:sp>
        <p:nvSpPr>
          <p:cNvPr id="17" name="Google Shape;1003;p63">
            <a:extLst>
              <a:ext uri="{FF2B5EF4-FFF2-40B4-BE49-F238E27FC236}">
                <a16:creationId xmlns:a16="http://schemas.microsoft.com/office/drawing/2014/main" id="{6F31C7A7-5EB6-6F16-30C0-3C3C41A8F92C}"/>
              </a:ext>
              <a:ext uri="{C183D7F6-B498-43B3-948B-1728B52AA6E4}">
                <adec:decorative xmlns:adec="http://schemas.microsoft.com/office/drawing/2017/decorative" val="1"/>
              </a:ext>
            </a:extLst>
          </p:cNvPr>
          <p:cNvSpPr/>
          <p:nvPr/>
        </p:nvSpPr>
        <p:spPr>
          <a:xfrm>
            <a:off x="12537192" y="5443311"/>
            <a:ext cx="462504" cy="462504"/>
          </a:xfrm>
          <a:custGeom>
            <a:avLst/>
            <a:gdLst/>
            <a:ahLst/>
            <a:cxnLst/>
            <a:rect l="l" t="t" r="r" b="b"/>
            <a:pathLst>
              <a:path w="2320" h="2320" extrusionOk="0">
                <a:moveTo>
                  <a:pt x="1156" y="0"/>
                </a:moveTo>
                <a:cubicBezTo>
                  <a:pt x="515" y="0"/>
                  <a:pt x="0" y="515"/>
                  <a:pt x="0" y="1156"/>
                </a:cubicBezTo>
                <a:cubicBezTo>
                  <a:pt x="0" y="1796"/>
                  <a:pt x="515" y="2319"/>
                  <a:pt x="1156" y="2319"/>
                </a:cubicBezTo>
                <a:cubicBezTo>
                  <a:pt x="1797" y="2319"/>
                  <a:pt x="2319" y="1796"/>
                  <a:pt x="2319" y="1156"/>
                </a:cubicBezTo>
                <a:cubicBezTo>
                  <a:pt x="2319" y="515"/>
                  <a:pt x="1797" y="0"/>
                  <a:pt x="1156" y="0"/>
                </a:cubicBezTo>
                <a:close/>
                <a:moveTo>
                  <a:pt x="152" y="1105"/>
                </a:moveTo>
                <a:lnTo>
                  <a:pt x="658" y="1105"/>
                </a:lnTo>
                <a:cubicBezTo>
                  <a:pt x="667" y="785"/>
                  <a:pt x="768" y="523"/>
                  <a:pt x="877" y="346"/>
                </a:cubicBezTo>
                <a:cubicBezTo>
                  <a:pt x="920" y="270"/>
                  <a:pt x="962" y="211"/>
                  <a:pt x="995" y="169"/>
                </a:cubicBezTo>
                <a:cubicBezTo>
                  <a:pt x="532" y="245"/>
                  <a:pt x="177" y="633"/>
                  <a:pt x="152" y="1105"/>
                </a:cubicBezTo>
                <a:close/>
                <a:moveTo>
                  <a:pt x="658" y="1265"/>
                </a:moveTo>
                <a:lnTo>
                  <a:pt x="161" y="1265"/>
                </a:lnTo>
                <a:cubicBezTo>
                  <a:pt x="203" y="1712"/>
                  <a:pt x="548" y="2075"/>
                  <a:pt x="995" y="2142"/>
                </a:cubicBezTo>
                <a:cubicBezTo>
                  <a:pt x="962" y="2100"/>
                  <a:pt x="920" y="2041"/>
                  <a:pt x="877" y="1965"/>
                </a:cubicBezTo>
                <a:cubicBezTo>
                  <a:pt x="776" y="1796"/>
                  <a:pt x="675" y="1560"/>
                  <a:pt x="658" y="1265"/>
                </a:cubicBezTo>
                <a:close/>
                <a:moveTo>
                  <a:pt x="818" y="1265"/>
                </a:moveTo>
                <a:lnTo>
                  <a:pt x="1493" y="1265"/>
                </a:lnTo>
                <a:cubicBezTo>
                  <a:pt x="1476" y="1527"/>
                  <a:pt x="1383" y="1737"/>
                  <a:pt x="1299" y="1889"/>
                </a:cubicBezTo>
                <a:cubicBezTo>
                  <a:pt x="1248" y="1974"/>
                  <a:pt x="1198" y="2041"/>
                  <a:pt x="1164" y="2083"/>
                </a:cubicBezTo>
                <a:lnTo>
                  <a:pt x="1156" y="2092"/>
                </a:lnTo>
                <a:lnTo>
                  <a:pt x="1147" y="2083"/>
                </a:lnTo>
                <a:cubicBezTo>
                  <a:pt x="1113" y="2041"/>
                  <a:pt x="1063" y="1974"/>
                  <a:pt x="1012" y="1889"/>
                </a:cubicBezTo>
                <a:cubicBezTo>
                  <a:pt x="928" y="1737"/>
                  <a:pt x="835" y="1527"/>
                  <a:pt x="818" y="1265"/>
                </a:cubicBezTo>
                <a:close/>
                <a:moveTo>
                  <a:pt x="1501" y="1105"/>
                </a:moveTo>
                <a:lnTo>
                  <a:pt x="810" y="1105"/>
                </a:lnTo>
                <a:cubicBezTo>
                  <a:pt x="827" y="818"/>
                  <a:pt x="920" y="591"/>
                  <a:pt x="1012" y="422"/>
                </a:cubicBezTo>
                <a:cubicBezTo>
                  <a:pt x="1063" y="338"/>
                  <a:pt x="1113" y="270"/>
                  <a:pt x="1147" y="228"/>
                </a:cubicBezTo>
                <a:lnTo>
                  <a:pt x="1156" y="220"/>
                </a:lnTo>
                <a:lnTo>
                  <a:pt x="1164" y="228"/>
                </a:lnTo>
                <a:cubicBezTo>
                  <a:pt x="1198" y="270"/>
                  <a:pt x="1248" y="338"/>
                  <a:pt x="1299" y="422"/>
                </a:cubicBezTo>
                <a:cubicBezTo>
                  <a:pt x="1392" y="591"/>
                  <a:pt x="1485" y="818"/>
                  <a:pt x="1501" y="1105"/>
                </a:cubicBezTo>
                <a:close/>
                <a:moveTo>
                  <a:pt x="1653" y="1265"/>
                </a:moveTo>
                <a:cubicBezTo>
                  <a:pt x="1636" y="1560"/>
                  <a:pt x="1535" y="1796"/>
                  <a:pt x="1434" y="1965"/>
                </a:cubicBezTo>
                <a:cubicBezTo>
                  <a:pt x="1392" y="2041"/>
                  <a:pt x="1350" y="2100"/>
                  <a:pt x="1316" y="2142"/>
                </a:cubicBezTo>
                <a:cubicBezTo>
                  <a:pt x="1763" y="2075"/>
                  <a:pt x="2109" y="1712"/>
                  <a:pt x="2151" y="1265"/>
                </a:cubicBezTo>
                <a:close/>
                <a:moveTo>
                  <a:pt x="2159" y="1105"/>
                </a:moveTo>
                <a:lnTo>
                  <a:pt x="1653" y="1105"/>
                </a:lnTo>
                <a:cubicBezTo>
                  <a:pt x="1645" y="785"/>
                  <a:pt x="1544" y="523"/>
                  <a:pt x="1434" y="346"/>
                </a:cubicBezTo>
                <a:cubicBezTo>
                  <a:pt x="1392" y="270"/>
                  <a:pt x="1350" y="211"/>
                  <a:pt x="1316" y="169"/>
                </a:cubicBezTo>
                <a:cubicBezTo>
                  <a:pt x="1780" y="245"/>
                  <a:pt x="2134" y="633"/>
                  <a:pt x="2159" y="1105"/>
                </a:cubicBezTo>
                <a:close/>
              </a:path>
            </a:pathLst>
          </a:custGeom>
          <a:solidFill>
            <a:schemeClr val="tx1"/>
          </a:solidFill>
          <a:ln>
            <a:noFill/>
          </a:ln>
        </p:spPr>
        <p:txBody>
          <a:bodyPr spcFirstLastPara="1" wrap="square" lIns="182850" tIns="182850" rIns="182850" bIns="182850" anchor="ctr" anchorCtr="0">
            <a:noAutofit/>
          </a:bodyPr>
          <a:lstStyle/>
          <a:p>
            <a:pPr defTabSz="1828755">
              <a:buClr>
                <a:srgbClr val="000000"/>
              </a:buClr>
            </a:pPr>
            <a:endParaRPr sz="2801" kern="0">
              <a:solidFill>
                <a:srgbClr val="000000"/>
              </a:solidFill>
              <a:latin typeface="Aptos" pitchFamily="2" charset="77"/>
              <a:cs typeface="Arial"/>
              <a:sym typeface="Arial"/>
            </a:endParaRPr>
          </a:p>
        </p:txBody>
      </p:sp>
      <p:grpSp>
        <p:nvGrpSpPr>
          <p:cNvPr id="18" name="Google Shape;1420;p66">
            <a:extLst>
              <a:ext uri="{FF2B5EF4-FFF2-40B4-BE49-F238E27FC236}">
                <a16:creationId xmlns:a16="http://schemas.microsoft.com/office/drawing/2014/main" id="{FEDD1215-51F0-738E-7B36-4B74219B234E}"/>
              </a:ext>
              <a:ext uri="{C183D7F6-B498-43B3-948B-1728B52AA6E4}">
                <adec:decorative xmlns:adec="http://schemas.microsoft.com/office/drawing/2017/decorative" val="1"/>
              </a:ext>
            </a:extLst>
          </p:cNvPr>
          <p:cNvGrpSpPr/>
          <p:nvPr/>
        </p:nvGrpSpPr>
        <p:grpSpPr>
          <a:xfrm>
            <a:off x="6978260" y="5486027"/>
            <a:ext cx="504695" cy="378470"/>
            <a:chOff x="3526750" y="1943250"/>
            <a:chExt cx="63275" cy="47450"/>
          </a:xfrm>
          <a:solidFill>
            <a:schemeClr val="tx1"/>
          </a:solidFill>
        </p:grpSpPr>
        <p:sp>
          <p:nvSpPr>
            <p:cNvPr id="19" name="Google Shape;1421;p66">
              <a:extLst>
                <a:ext uri="{FF2B5EF4-FFF2-40B4-BE49-F238E27FC236}">
                  <a16:creationId xmlns:a16="http://schemas.microsoft.com/office/drawing/2014/main" id="{08085CE2-65A4-F4E8-C7C3-D276253DF18E}"/>
                </a:ext>
              </a:extLst>
            </p:cNvPr>
            <p:cNvSpPr/>
            <p:nvPr/>
          </p:nvSpPr>
          <p:spPr>
            <a:xfrm>
              <a:off x="3539825" y="1957600"/>
              <a:ext cx="11400" cy="18575"/>
            </a:xfrm>
            <a:custGeom>
              <a:avLst/>
              <a:gdLst/>
              <a:ahLst/>
              <a:cxnLst/>
              <a:rect l="l" t="t" r="r" b="b"/>
              <a:pathLst>
                <a:path w="456" h="743" extrusionOk="0">
                  <a:moveTo>
                    <a:pt x="85" y="0"/>
                  </a:moveTo>
                  <a:cubicBezTo>
                    <a:pt x="63" y="0"/>
                    <a:pt x="42" y="8"/>
                    <a:pt x="26" y="25"/>
                  </a:cubicBezTo>
                  <a:cubicBezTo>
                    <a:pt x="0" y="59"/>
                    <a:pt x="0" y="110"/>
                    <a:pt x="26" y="135"/>
                  </a:cubicBezTo>
                  <a:lnTo>
                    <a:pt x="262" y="371"/>
                  </a:lnTo>
                  <a:lnTo>
                    <a:pt x="26" y="607"/>
                  </a:lnTo>
                  <a:cubicBezTo>
                    <a:pt x="0" y="632"/>
                    <a:pt x="0" y="683"/>
                    <a:pt x="26" y="717"/>
                  </a:cubicBezTo>
                  <a:cubicBezTo>
                    <a:pt x="42" y="734"/>
                    <a:pt x="63" y="742"/>
                    <a:pt x="85" y="742"/>
                  </a:cubicBezTo>
                  <a:cubicBezTo>
                    <a:pt x="106" y="742"/>
                    <a:pt x="127" y="734"/>
                    <a:pt x="144" y="717"/>
                  </a:cubicBezTo>
                  <a:lnTo>
                    <a:pt x="430" y="430"/>
                  </a:lnTo>
                  <a:cubicBezTo>
                    <a:pt x="447" y="413"/>
                    <a:pt x="456" y="388"/>
                    <a:pt x="456" y="371"/>
                  </a:cubicBezTo>
                  <a:cubicBezTo>
                    <a:pt x="456" y="354"/>
                    <a:pt x="447" y="329"/>
                    <a:pt x="430" y="312"/>
                  </a:cubicBezTo>
                  <a:lnTo>
                    <a:pt x="144" y="25"/>
                  </a:lnTo>
                  <a:cubicBezTo>
                    <a:pt x="127" y="8"/>
                    <a:pt x="106" y="0"/>
                    <a:pt x="85" y="0"/>
                  </a:cubicBezTo>
                  <a:close/>
                </a:path>
              </a:pathLst>
            </a:custGeom>
            <a:grpFill/>
            <a:ln>
              <a:noFill/>
            </a:ln>
          </p:spPr>
          <p:txBody>
            <a:bodyPr spcFirstLastPara="1" wrap="square" lIns="182850" tIns="182850" rIns="182850" bIns="182850" anchor="ctr" anchorCtr="0">
              <a:noAutofit/>
            </a:bodyPr>
            <a:lstStyle/>
            <a:p>
              <a:pPr defTabSz="1828755">
                <a:buClr>
                  <a:srgbClr val="000000"/>
                </a:buClr>
              </a:pPr>
              <a:endParaRPr sz="2801" kern="0">
                <a:solidFill>
                  <a:srgbClr val="000000"/>
                </a:solidFill>
                <a:latin typeface="Arial"/>
                <a:cs typeface="Arial"/>
                <a:sym typeface="Arial"/>
              </a:endParaRPr>
            </a:p>
          </p:txBody>
        </p:sp>
        <p:sp>
          <p:nvSpPr>
            <p:cNvPr id="20" name="Google Shape;1422;p66">
              <a:extLst>
                <a:ext uri="{FF2B5EF4-FFF2-40B4-BE49-F238E27FC236}">
                  <a16:creationId xmlns:a16="http://schemas.microsoft.com/office/drawing/2014/main" id="{30F5BA58-3AEB-3263-468E-70A196D308AF}"/>
                </a:ext>
              </a:extLst>
            </p:cNvPr>
            <p:cNvSpPr/>
            <p:nvPr/>
          </p:nvSpPr>
          <p:spPr>
            <a:xfrm>
              <a:off x="3554375" y="1972125"/>
              <a:ext cx="17300" cy="4050"/>
            </a:xfrm>
            <a:custGeom>
              <a:avLst/>
              <a:gdLst/>
              <a:ahLst/>
              <a:cxnLst/>
              <a:rect l="l" t="t" r="r" b="b"/>
              <a:pathLst>
                <a:path w="692" h="162" extrusionOk="0">
                  <a:moveTo>
                    <a:pt x="84" y="1"/>
                  </a:moveTo>
                  <a:cubicBezTo>
                    <a:pt x="34" y="1"/>
                    <a:pt x="0" y="35"/>
                    <a:pt x="0" y="77"/>
                  </a:cubicBezTo>
                  <a:cubicBezTo>
                    <a:pt x="0" y="127"/>
                    <a:pt x="34" y="161"/>
                    <a:pt x="84" y="161"/>
                  </a:cubicBezTo>
                  <a:lnTo>
                    <a:pt x="607" y="161"/>
                  </a:lnTo>
                  <a:cubicBezTo>
                    <a:pt x="649" y="161"/>
                    <a:pt x="692" y="127"/>
                    <a:pt x="692" y="77"/>
                  </a:cubicBezTo>
                  <a:cubicBezTo>
                    <a:pt x="692" y="35"/>
                    <a:pt x="649" y="1"/>
                    <a:pt x="607" y="1"/>
                  </a:cubicBezTo>
                  <a:close/>
                </a:path>
              </a:pathLst>
            </a:custGeom>
            <a:grpFill/>
            <a:ln>
              <a:noFill/>
            </a:ln>
          </p:spPr>
          <p:txBody>
            <a:bodyPr spcFirstLastPara="1" wrap="square" lIns="182850" tIns="182850" rIns="182850" bIns="182850" anchor="ctr" anchorCtr="0">
              <a:noAutofit/>
            </a:bodyPr>
            <a:lstStyle/>
            <a:p>
              <a:pPr defTabSz="1828755">
                <a:buClr>
                  <a:srgbClr val="000000"/>
                </a:buClr>
              </a:pPr>
              <a:endParaRPr sz="2801" kern="0">
                <a:solidFill>
                  <a:srgbClr val="000000"/>
                </a:solidFill>
                <a:latin typeface="Arial"/>
                <a:cs typeface="Arial"/>
                <a:sym typeface="Arial"/>
              </a:endParaRPr>
            </a:p>
          </p:txBody>
        </p:sp>
        <p:sp>
          <p:nvSpPr>
            <p:cNvPr id="21" name="Google Shape;1423;p66">
              <a:extLst>
                <a:ext uri="{FF2B5EF4-FFF2-40B4-BE49-F238E27FC236}">
                  <a16:creationId xmlns:a16="http://schemas.microsoft.com/office/drawing/2014/main" id="{CA8EEAA1-D7FA-45B3-5185-167C8D6433BD}"/>
                </a:ext>
              </a:extLst>
            </p:cNvPr>
            <p:cNvSpPr/>
            <p:nvPr/>
          </p:nvSpPr>
          <p:spPr>
            <a:xfrm>
              <a:off x="3526750" y="1943250"/>
              <a:ext cx="63275" cy="47450"/>
            </a:xfrm>
            <a:custGeom>
              <a:avLst/>
              <a:gdLst/>
              <a:ahLst/>
              <a:cxnLst/>
              <a:rect l="l" t="t" r="r" b="b"/>
              <a:pathLst>
                <a:path w="2531" h="1898" extrusionOk="0">
                  <a:moveTo>
                    <a:pt x="0" y="178"/>
                  </a:moveTo>
                  <a:cubicBezTo>
                    <a:pt x="0" y="76"/>
                    <a:pt x="85" y="1"/>
                    <a:pt x="186" y="1"/>
                  </a:cubicBezTo>
                  <a:lnTo>
                    <a:pt x="2345" y="1"/>
                  </a:lnTo>
                  <a:cubicBezTo>
                    <a:pt x="2446" y="1"/>
                    <a:pt x="2530" y="76"/>
                    <a:pt x="2530" y="178"/>
                  </a:cubicBezTo>
                  <a:lnTo>
                    <a:pt x="2530" y="1712"/>
                  </a:lnTo>
                  <a:cubicBezTo>
                    <a:pt x="2530" y="1814"/>
                    <a:pt x="2446" y="1898"/>
                    <a:pt x="2345" y="1898"/>
                  </a:cubicBezTo>
                  <a:lnTo>
                    <a:pt x="186" y="1898"/>
                  </a:lnTo>
                  <a:cubicBezTo>
                    <a:pt x="85" y="1898"/>
                    <a:pt x="0" y="1814"/>
                    <a:pt x="0" y="1712"/>
                  </a:cubicBezTo>
                  <a:close/>
                  <a:moveTo>
                    <a:pt x="186" y="152"/>
                  </a:moveTo>
                  <a:cubicBezTo>
                    <a:pt x="169" y="152"/>
                    <a:pt x="161" y="169"/>
                    <a:pt x="161" y="178"/>
                  </a:cubicBezTo>
                  <a:lnTo>
                    <a:pt x="161" y="1712"/>
                  </a:lnTo>
                  <a:cubicBezTo>
                    <a:pt x="161" y="1721"/>
                    <a:pt x="169" y="1738"/>
                    <a:pt x="186" y="1738"/>
                  </a:cubicBezTo>
                  <a:lnTo>
                    <a:pt x="2345" y="1738"/>
                  </a:lnTo>
                  <a:cubicBezTo>
                    <a:pt x="2362" y="1738"/>
                    <a:pt x="2370" y="1721"/>
                    <a:pt x="2370" y="1712"/>
                  </a:cubicBezTo>
                  <a:lnTo>
                    <a:pt x="2370" y="178"/>
                  </a:lnTo>
                  <a:cubicBezTo>
                    <a:pt x="2370" y="169"/>
                    <a:pt x="2362" y="152"/>
                    <a:pt x="2345" y="152"/>
                  </a:cubicBezTo>
                  <a:close/>
                </a:path>
              </a:pathLst>
            </a:custGeom>
            <a:grpFill/>
            <a:ln>
              <a:noFill/>
            </a:ln>
          </p:spPr>
          <p:txBody>
            <a:bodyPr spcFirstLastPara="1" wrap="square" lIns="182850" tIns="182850" rIns="182850" bIns="182850" anchor="ctr" anchorCtr="0">
              <a:noAutofit/>
            </a:bodyPr>
            <a:lstStyle/>
            <a:p>
              <a:pPr defTabSz="1828755">
                <a:buClr>
                  <a:srgbClr val="000000"/>
                </a:buClr>
              </a:pPr>
              <a:endParaRPr sz="2801" kern="0">
                <a:solidFill>
                  <a:srgbClr val="000000"/>
                </a:solidFill>
                <a:latin typeface="Arial"/>
                <a:cs typeface="Arial"/>
                <a:sym typeface="Arial"/>
              </a:endParaRPr>
            </a:p>
          </p:txBody>
        </p:sp>
      </p:grpSp>
    </p:spTree>
    <p:extLst>
      <p:ext uri="{BB962C8B-B14F-4D97-AF65-F5344CB8AC3E}">
        <p14:creationId xmlns:p14="http://schemas.microsoft.com/office/powerpoint/2010/main" val="2077711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kicker">
            <a:extLst>
              <a:ext uri="{FF2B5EF4-FFF2-40B4-BE49-F238E27FC236}">
                <a16:creationId xmlns:a16="http://schemas.microsoft.com/office/drawing/2014/main" id="{5F4E641C-3FFF-42D3-B432-D58371792971}"/>
              </a:ext>
            </a:extLst>
          </p:cNvPr>
          <p:cNvSpPr>
            <a:spLocks noGrp="1"/>
          </p:cNvSpPr>
          <p:nvPr/>
        </p:nvSpPr>
        <p:spPr>
          <a:xfrm>
            <a:off x="914400" y="685800"/>
            <a:ext cx="9525000" cy="285750"/>
          </a:xfrm>
          <a:prstGeom prst="rect">
            <a:avLst/>
          </a:prstGeom>
        </p:spPr>
        <p:txBody>
          <a:bodyPr lIns="0" tIns="0" rIns="0" bIns="0"/>
          <a:lstStyle/>
          <a:p>
            <a:pPr>
              <a:defRPr sz="1800" b="1" i="0">
                <a:solidFill>
                  <a:srgbClr val="31D7F5"/>
                </a:solidFill>
              </a:defRPr>
            </a:pPr>
            <a:r>
              <a:rPr sz="2400" b="1" i="0" dirty="0">
                <a:solidFill>
                  <a:srgbClr val="31D7F5"/>
                </a:solidFill>
              </a:rPr>
              <a:t>CUSTOMIZATION</a:t>
            </a:r>
          </a:p>
        </p:txBody>
      </p:sp>
      <p:sp>
        <p:nvSpPr>
          <p:cNvPr id="5" name="slide-title">
            <a:extLst>
              <a:ext uri="{FF2B5EF4-FFF2-40B4-BE49-F238E27FC236}">
                <a16:creationId xmlns:a16="http://schemas.microsoft.com/office/drawing/2014/main" id="{A9290DD4-A51C-4189-8D40-4D3B728C4FE4}"/>
              </a:ext>
            </a:extLst>
          </p:cNvPr>
          <p:cNvSpPr>
            <a:spLocks noGrp="1"/>
          </p:cNvSpPr>
          <p:nvPr/>
        </p:nvSpPr>
        <p:spPr>
          <a:xfrm>
            <a:off x="914400" y="1123950"/>
            <a:ext cx="12573000" cy="685800"/>
          </a:xfrm>
          <a:prstGeom prst="rect">
            <a:avLst/>
          </a:prstGeom>
        </p:spPr>
        <p:txBody>
          <a:bodyPr lIns="0" tIns="0" rIns="0" bIns="0"/>
          <a:lstStyle/>
          <a:p>
            <a:pPr>
              <a:defRPr sz="4500" b="1" i="0">
                <a:solidFill>
                  <a:srgbClr val="F8FBFF"/>
                </a:solidFill>
              </a:defRPr>
            </a:pPr>
            <a:r>
              <a:rPr sz="4500" b="1" i="0" dirty="0">
                <a:solidFill>
                  <a:srgbClr val="F8FBFF"/>
                </a:solidFill>
              </a:rPr>
              <a:t>Skills </a:t>
            </a:r>
            <a:r>
              <a:rPr lang="en-US" sz="4500" b="1" i="0" dirty="0">
                <a:solidFill>
                  <a:srgbClr val="F8FBFF"/>
                </a:solidFill>
              </a:rPr>
              <a:t>make </a:t>
            </a:r>
            <a:r>
              <a:rPr sz="4500" b="1" i="1" dirty="0">
                <a:solidFill>
                  <a:srgbClr val="F8FBFF"/>
                </a:solidFill>
              </a:rPr>
              <a:t>habits</a:t>
            </a:r>
            <a:r>
              <a:rPr sz="4500" b="1" i="0" dirty="0">
                <a:solidFill>
                  <a:srgbClr val="F8FBFF"/>
                </a:solidFill>
              </a:rPr>
              <a:t> </a:t>
            </a:r>
            <a:r>
              <a:rPr lang="en-US" sz="4500" b="1" i="0" dirty="0">
                <a:solidFill>
                  <a:srgbClr val="F8FBFF"/>
                </a:solidFill>
              </a:rPr>
              <a:t>repeatable</a:t>
            </a:r>
            <a:endParaRPr sz="4500" b="1" i="0" dirty="0">
              <a:solidFill>
                <a:srgbClr val="F8FBFF"/>
              </a:solidFill>
            </a:endParaRPr>
          </a:p>
        </p:txBody>
      </p:sp>
      <p:pic>
        <p:nvPicPr>
          <p:cNvPr id="6" name="skills-copilot"/>
          <p:cNvPicPr>
            <a:picLocks noChangeAspect="1"/>
          </p:cNvPicPr>
          <p:nvPr/>
        </p:nvPicPr>
        <p:blipFill>
          <a:blip r:embed="rId3"/>
          <a:stretch/>
        </p:blipFill>
        <p:spPr>
          <a:xfrm>
            <a:off x="971717" y="2552533"/>
            <a:ext cx="5181934" cy="5181934"/>
          </a:xfrm>
          <a:prstGeom prst="rect">
            <a:avLst/>
          </a:prstGeom>
        </p:spPr>
      </p:pic>
      <p:sp>
        <p:nvSpPr>
          <p:cNvPr id="7" name="Rectangle: Rounded Corners 6">
            <a:extLst>
              <a:ext uri="{FF2B5EF4-FFF2-40B4-BE49-F238E27FC236}">
                <a16:creationId xmlns:a16="http://schemas.microsoft.com/office/drawing/2014/main" id="{890E465C-8E4F-4834-822A-F01B62D811AC}"/>
              </a:ext>
            </a:extLst>
          </p:cNvPr>
          <p:cNvSpPr>
            <a:spLocks noGrp="1"/>
          </p:cNvSpPr>
          <p:nvPr/>
        </p:nvSpPr>
        <p:spPr>
          <a:xfrm>
            <a:off x="6458284" y="3124200"/>
            <a:ext cx="6096000" cy="914400"/>
          </a:xfrm>
          <a:prstGeom prst="roundRect">
            <a:avLst>
              <a:gd name="adj" fmla="val 8333"/>
            </a:avLst>
          </a:prstGeom>
          <a:solidFill>
            <a:srgbClr val="111B38"/>
          </a:solidFill>
        </p:spPr>
        <p:txBody>
          <a:bodyPr/>
          <a:lstStyle/>
          <a:p>
            <a:endParaRPr lang="en-US"/>
          </a:p>
        </p:txBody>
      </p:sp>
      <p:sp>
        <p:nvSpPr>
          <p:cNvPr id="8" name="Oval 7">
            <a:extLst>
              <a:ext uri="{FF2B5EF4-FFF2-40B4-BE49-F238E27FC236}">
                <a16:creationId xmlns:a16="http://schemas.microsoft.com/office/drawing/2014/main" id="{924FF8CC-7442-4BE3-81AE-46E359D14D66}"/>
              </a:ext>
            </a:extLst>
          </p:cNvPr>
          <p:cNvSpPr>
            <a:spLocks noGrp="1"/>
          </p:cNvSpPr>
          <p:nvPr/>
        </p:nvSpPr>
        <p:spPr>
          <a:xfrm>
            <a:off x="6686884" y="3390900"/>
            <a:ext cx="381000" cy="381000"/>
          </a:xfrm>
          <a:prstGeom prst="ellipse">
            <a:avLst/>
          </a:prstGeom>
          <a:solidFill>
            <a:srgbClr val="31D7F5"/>
          </a:solidFill>
        </p:spPr>
        <p:txBody>
          <a:bodyPr/>
          <a:lstStyle/>
          <a:p>
            <a:endParaRPr lang="en-US"/>
          </a:p>
        </p:txBody>
      </p:sp>
      <p:sp>
        <p:nvSpPr>
          <p:cNvPr id="9" name="skill-review">
            <a:extLst>
              <a:ext uri="{FF2B5EF4-FFF2-40B4-BE49-F238E27FC236}">
                <a16:creationId xmlns:a16="http://schemas.microsoft.com/office/drawing/2014/main" id="{8E93B5AB-CC83-49D8-936D-0CD361291130}"/>
              </a:ext>
            </a:extLst>
          </p:cNvPr>
          <p:cNvSpPr>
            <a:spLocks noGrp="1"/>
          </p:cNvSpPr>
          <p:nvPr/>
        </p:nvSpPr>
        <p:spPr>
          <a:xfrm>
            <a:off x="7296484" y="3400425"/>
            <a:ext cx="2476500" cy="361950"/>
          </a:xfrm>
          <a:prstGeom prst="rect">
            <a:avLst/>
          </a:prstGeom>
        </p:spPr>
        <p:txBody>
          <a:bodyPr lIns="0" tIns="0" rIns="0" bIns="0"/>
          <a:lstStyle/>
          <a:p>
            <a:pPr>
              <a:defRPr sz="2325" b="1" i="0">
                <a:solidFill>
                  <a:srgbClr val="F8FBFF"/>
                </a:solidFill>
              </a:defRPr>
            </a:pPr>
            <a:r>
              <a:rPr sz="2800" b="1" i="0">
                <a:solidFill>
                  <a:srgbClr val="F8FBFF"/>
                </a:solidFill>
              </a:rPr>
              <a:t>review</a:t>
            </a:r>
          </a:p>
        </p:txBody>
      </p:sp>
      <p:sp>
        <p:nvSpPr>
          <p:cNvPr id="10" name="skill-detail-review">
            <a:extLst>
              <a:ext uri="{FF2B5EF4-FFF2-40B4-BE49-F238E27FC236}">
                <a16:creationId xmlns:a16="http://schemas.microsoft.com/office/drawing/2014/main" id="{CFD460B8-5DEF-46D7-8DB4-75780E91FCA7}"/>
              </a:ext>
            </a:extLst>
          </p:cNvPr>
          <p:cNvSpPr>
            <a:spLocks noGrp="1"/>
          </p:cNvSpPr>
          <p:nvPr/>
        </p:nvSpPr>
        <p:spPr>
          <a:xfrm>
            <a:off x="9658684" y="3448050"/>
            <a:ext cx="2476500" cy="266700"/>
          </a:xfrm>
          <a:prstGeom prst="rect">
            <a:avLst/>
          </a:prstGeom>
        </p:spPr>
        <p:txBody>
          <a:bodyPr lIns="0" tIns="0" rIns="0" bIns="0"/>
          <a:lstStyle/>
          <a:p>
            <a:pPr>
              <a:defRPr sz="1650" b="0" i="0">
                <a:solidFill>
                  <a:srgbClr val="9BA8C7"/>
                </a:solidFill>
              </a:defRPr>
            </a:pPr>
            <a:r>
              <a:rPr sz="2400" b="0" i="0">
                <a:solidFill>
                  <a:srgbClr val="9BA8C7"/>
                </a:solidFill>
              </a:rPr>
              <a:t>bugs / risk / tests</a:t>
            </a:r>
          </a:p>
        </p:txBody>
      </p:sp>
      <p:sp>
        <p:nvSpPr>
          <p:cNvPr id="11" name="Rectangle: Rounded Corners 10">
            <a:extLst>
              <a:ext uri="{FF2B5EF4-FFF2-40B4-BE49-F238E27FC236}">
                <a16:creationId xmlns:a16="http://schemas.microsoft.com/office/drawing/2014/main" id="{377D23C7-9811-4CDE-BBBA-EAA495E65625}"/>
              </a:ext>
            </a:extLst>
          </p:cNvPr>
          <p:cNvSpPr>
            <a:spLocks noGrp="1"/>
          </p:cNvSpPr>
          <p:nvPr/>
        </p:nvSpPr>
        <p:spPr>
          <a:xfrm>
            <a:off x="7296484" y="4267200"/>
            <a:ext cx="6096000" cy="914400"/>
          </a:xfrm>
          <a:prstGeom prst="roundRect">
            <a:avLst>
              <a:gd name="adj" fmla="val 8333"/>
            </a:avLst>
          </a:prstGeom>
          <a:solidFill>
            <a:srgbClr val="111B38"/>
          </a:solidFill>
        </p:spPr>
        <p:txBody>
          <a:bodyPr/>
          <a:lstStyle/>
          <a:p>
            <a:endParaRPr lang="en-US"/>
          </a:p>
        </p:txBody>
      </p:sp>
      <p:sp>
        <p:nvSpPr>
          <p:cNvPr id="12" name="Oval 11">
            <a:extLst>
              <a:ext uri="{FF2B5EF4-FFF2-40B4-BE49-F238E27FC236}">
                <a16:creationId xmlns:a16="http://schemas.microsoft.com/office/drawing/2014/main" id="{1BFC0888-40D1-4E56-AC40-12AD4B0ADA6F}"/>
              </a:ext>
            </a:extLst>
          </p:cNvPr>
          <p:cNvSpPr>
            <a:spLocks noGrp="1"/>
          </p:cNvSpPr>
          <p:nvPr/>
        </p:nvSpPr>
        <p:spPr>
          <a:xfrm>
            <a:off x="7563184" y="4533900"/>
            <a:ext cx="381000" cy="381000"/>
          </a:xfrm>
          <a:prstGeom prst="ellipse">
            <a:avLst/>
          </a:prstGeom>
          <a:solidFill>
            <a:srgbClr val="63F4A9"/>
          </a:solidFill>
        </p:spPr>
        <p:txBody>
          <a:bodyPr/>
          <a:lstStyle/>
          <a:p>
            <a:endParaRPr lang="en-US"/>
          </a:p>
        </p:txBody>
      </p:sp>
      <p:sp>
        <p:nvSpPr>
          <p:cNvPr id="13" name="skill-release">
            <a:extLst>
              <a:ext uri="{FF2B5EF4-FFF2-40B4-BE49-F238E27FC236}">
                <a16:creationId xmlns:a16="http://schemas.microsoft.com/office/drawing/2014/main" id="{3D530423-2BE9-48DA-B05E-24CAD36B9E1F}"/>
              </a:ext>
            </a:extLst>
          </p:cNvPr>
          <p:cNvSpPr>
            <a:spLocks noGrp="1"/>
          </p:cNvSpPr>
          <p:nvPr/>
        </p:nvSpPr>
        <p:spPr>
          <a:xfrm>
            <a:off x="8153734" y="4543425"/>
            <a:ext cx="2476500" cy="361950"/>
          </a:xfrm>
          <a:prstGeom prst="rect">
            <a:avLst/>
          </a:prstGeom>
        </p:spPr>
        <p:txBody>
          <a:bodyPr lIns="0" tIns="0" rIns="0" bIns="0"/>
          <a:lstStyle/>
          <a:p>
            <a:pPr>
              <a:defRPr sz="2325" b="1" i="0">
                <a:solidFill>
                  <a:srgbClr val="F8FBFF"/>
                </a:solidFill>
              </a:defRPr>
            </a:pPr>
            <a:r>
              <a:rPr sz="2800" b="1" i="0">
                <a:solidFill>
                  <a:srgbClr val="F8FBFF"/>
                </a:solidFill>
              </a:rPr>
              <a:t>release</a:t>
            </a:r>
          </a:p>
        </p:txBody>
      </p:sp>
      <p:sp>
        <p:nvSpPr>
          <p:cNvPr id="14" name="skill-detail-release">
            <a:extLst>
              <a:ext uri="{FF2B5EF4-FFF2-40B4-BE49-F238E27FC236}">
                <a16:creationId xmlns:a16="http://schemas.microsoft.com/office/drawing/2014/main" id="{14397B01-C518-414A-89FB-34FEE7AFB705}"/>
              </a:ext>
            </a:extLst>
          </p:cNvPr>
          <p:cNvSpPr>
            <a:spLocks noGrp="1"/>
          </p:cNvSpPr>
          <p:nvPr/>
        </p:nvSpPr>
        <p:spPr>
          <a:xfrm>
            <a:off x="10515934" y="4591050"/>
            <a:ext cx="2476500" cy="266700"/>
          </a:xfrm>
          <a:prstGeom prst="rect">
            <a:avLst/>
          </a:prstGeom>
        </p:spPr>
        <p:txBody>
          <a:bodyPr lIns="0" tIns="0" rIns="0" bIns="0"/>
          <a:lstStyle/>
          <a:p>
            <a:pPr>
              <a:defRPr sz="1650" b="0" i="0">
                <a:solidFill>
                  <a:srgbClr val="9BA8C7"/>
                </a:solidFill>
              </a:defRPr>
            </a:pPr>
            <a:r>
              <a:rPr sz="2400" b="0" i="0">
                <a:solidFill>
                  <a:srgbClr val="9BA8C7"/>
                </a:solidFill>
              </a:rPr>
              <a:t>changelog / docs</a:t>
            </a:r>
          </a:p>
        </p:txBody>
      </p:sp>
      <p:sp>
        <p:nvSpPr>
          <p:cNvPr id="15" name="Rectangle: Rounded Corners 14">
            <a:extLst>
              <a:ext uri="{FF2B5EF4-FFF2-40B4-BE49-F238E27FC236}">
                <a16:creationId xmlns:a16="http://schemas.microsoft.com/office/drawing/2014/main" id="{F8348B04-099B-4186-B31E-8B12FFA420A7}"/>
              </a:ext>
            </a:extLst>
          </p:cNvPr>
          <p:cNvSpPr>
            <a:spLocks noGrp="1"/>
          </p:cNvSpPr>
          <p:nvPr/>
        </p:nvSpPr>
        <p:spPr>
          <a:xfrm>
            <a:off x="8134684" y="5410200"/>
            <a:ext cx="6096000" cy="914400"/>
          </a:xfrm>
          <a:prstGeom prst="roundRect">
            <a:avLst>
              <a:gd name="adj" fmla="val 8333"/>
            </a:avLst>
          </a:prstGeom>
          <a:solidFill>
            <a:srgbClr val="111B38"/>
          </a:solidFill>
        </p:spPr>
        <p:txBody>
          <a:bodyPr/>
          <a:lstStyle/>
          <a:p>
            <a:endParaRPr lang="en-US"/>
          </a:p>
        </p:txBody>
      </p:sp>
      <p:sp>
        <p:nvSpPr>
          <p:cNvPr id="16" name="Oval 15">
            <a:extLst>
              <a:ext uri="{FF2B5EF4-FFF2-40B4-BE49-F238E27FC236}">
                <a16:creationId xmlns:a16="http://schemas.microsoft.com/office/drawing/2014/main" id="{BED03654-AE4B-4304-B8E1-59D500AC61E1}"/>
              </a:ext>
            </a:extLst>
          </p:cNvPr>
          <p:cNvSpPr>
            <a:spLocks noGrp="1"/>
          </p:cNvSpPr>
          <p:nvPr/>
        </p:nvSpPr>
        <p:spPr>
          <a:xfrm>
            <a:off x="8401384" y="5676900"/>
            <a:ext cx="381000" cy="381000"/>
          </a:xfrm>
          <a:prstGeom prst="ellipse">
            <a:avLst/>
          </a:prstGeom>
          <a:solidFill>
            <a:srgbClr val="D7FF4A"/>
          </a:solidFill>
        </p:spPr>
        <p:txBody>
          <a:bodyPr/>
          <a:lstStyle/>
          <a:p>
            <a:endParaRPr lang="en-US"/>
          </a:p>
        </p:txBody>
      </p:sp>
      <p:sp>
        <p:nvSpPr>
          <p:cNvPr id="17" name="skill-security">
            <a:extLst>
              <a:ext uri="{FF2B5EF4-FFF2-40B4-BE49-F238E27FC236}">
                <a16:creationId xmlns:a16="http://schemas.microsoft.com/office/drawing/2014/main" id="{ADE95D2A-48E1-4691-B313-A1851819148F}"/>
              </a:ext>
            </a:extLst>
          </p:cNvPr>
          <p:cNvSpPr>
            <a:spLocks noGrp="1"/>
          </p:cNvSpPr>
          <p:nvPr/>
        </p:nvSpPr>
        <p:spPr>
          <a:xfrm>
            <a:off x="9010984" y="5686425"/>
            <a:ext cx="2476500" cy="361950"/>
          </a:xfrm>
          <a:prstGeom prst="rect">
            <a:avLst/>
          </a:prstGeom>
        </p:spPr>
        <p:txBody>
          <a:bodyPr lIns="0" tIns="0" rIns="0" bIns="0"/>
          <a:lstStyle/>
          <a:p>
            <a:pPr>
              <a:defRPr sz="2325" b="1" i="0">
                <a:solidFill>
                  <a:srgbClr val="F8FBFF"/>
                </a:solidFill>
              </a:defRPr>
            </a:pPr>
            <a:r>
              <a:rPr sz="2800" b="1" i="0">
                <a:solidFill>
                  <a:srgbClr val="F8FBFF"/>
                </a:solidFill>
              </a:rPr>
              <a:t>security</a:t>
            </a:r>
          </a:p>
        </p:txBody>
      </p:sp>
      <p:sp>
        <p:nvSpPr>
          <p:cNvPr id="18" name="skill-detail-security">
            <a:extLst>
              <a:ext uri="{FF2B5EF4-FFF2-40B4-BE49-F238E27FC236}">
                <a16:creationId xmlns:a16="http://schemas.microsoft.com/office/drawing/2014/main" id="{36F954A8-D08B-43A8-8BEE-F21BF1A09E62}"/>
              </a:ext>
            </a:extLst>
          </p:cNvPr>
          <p:cNvSpPr>
            <a:spLocks noGrp="1"/>
          </p:cNvSpPr>
          <p:nvPr/>
        </p:nvSpPr>
        <p:spPr>
          <a:xfrm>
            <a:off x="11373184" y="5734050"/>
            <a:ext cx="2476500" cy="266700"/>
          </a:xfrm>
          <a:prstGeom prst="rect">
            <a:avLst/>
          </a:prstGeom>
        </p:spPr>
        <p:txBody>
          <a:bodyPr lIns="0" tIns="0" rIns="0" bIns="0"/>
          <a:lstStyle/>
          <a:p>
            <a:pPr>
              <a:defRPr sz="1650" b="0" i="0">
                <a:solidFill>
                  <a:srgbClr val="9BA8C7"/>
                </a:solidFill>
              </a:defRPr>
            </a:pPr>
            <a:r>
              <a:rPr sz="2400" b="0" i="0">
                <a:solidFill>
                  <a:srgbClr val="9BA8C7"/>
                </a:solidFill>
              </a:rPr>
              <a:t>secrets / deps</a:t>
            </a:r>
          </a:p>
        </p:txBody>
      </p:sp>
      <p:sp>
        <p:nvSpPr>
          <p:cNvPr id="19" name="Rectangle: Rounded Corners 18">
            <a:extLst>
              <a:ext uri="{FF2B5EF4-FFF2-40B4-BE49-F238E27FC236}">
                <a16:creationId xmlns:a16="http://schemas.microsoft.com/office/drawing/2014/main" id="{043E91C4-E5B0-4F2B-8CCC-101DF1AAE74A}"/>
              </a:ext>
            </a:extLst>
          </p:cNvPr>
          <p:cNvSpPr>
            <a:spLocks noGrp="1"/>
          </p:cNvSpPr>
          <p:nvPr/>
        </p:nvSpPr>
        <p:spPr>
          <a:xfrm>
            <a:off x="8972884" y="6553200"/>
            <a:ext cx="6096000" cy="914400"/>
          </a:xfrm>
          <a:prstGeom prst="roundRect">
            <a:avLst>
              <a:gd name="adj" fmla="val 8333"/>
            </a:avLst>
          </a:prstGeom>
          <a:solidFill>
            <a:srgbClr val="111B38"/>
          </a:solidFill>
        </p:spPr>
        <p:txBody>
          <a:bodyPr/>
          <a:lstStyle/>
          <a:p>
            <a:endParaRPr lang="en-US"/>
          </a:p>
        </p:txBody>
      </p:sp>
      <p:sp>
        <p:nvSpPr>
          <p:cNvPr id="20" name="Oval 19">
            <a:extLst>
              <a:ext uri="{FF2B5EF4-FFF2-40B4-BE49-F238E27FC236}">
                <a16:creationId xmlns:a16="http://schemas.microsoft.com/office/drawing/2014/main" id="{4A91AE2C-3041-4167-B3AE-1B48BD3691EB}"/>
              </a:ext>
            </a:extLst>
          </p:cNvPr>
          <p:cNvSpPr>
            <a:spLocks noGrp="1"/>
          </p:cNvSpPr>
          <p:nvPr/>
        </p:nvSpPr>
        <p:spPr>
          <a:xfrm>
            <a:off x="9277684" y="6819900"/>
            <a:ext cx="381000" cy="381000"/>
          </a:xfrm>
          <a:prstGeom prst="ellipse">
            <a:avLst/>
          </a:prstGeom>
          <a:solidFill>
            <a:srgbClr val="A66BFF"/>
          </a:solidFill>
        </p:spPr>
        <p:txBody>
          <a:bodyPr/>
          <a:lstStyle/>
          <a:p>
            <a:endParaRPr lang="en-US"/>
          </a:p>
        </p:txBody>
      </p:sp>
      <p:sp>
        <p:nvSpPr>
          <p:cNvPr id="21" name="skill-team style">
            <a:extLst>
              <a:ext uri="{FF2B5EF4-FFF2-40B4-BE49-F238E27FC236}">
                <a16:creationId xmlns:a16="http://schemas.microsoft.com/office/drawing/2014/main" id="{FA55498F-373A-4907-9094-CB7BCE6D4EEC}"/>
              </a:ext>
            </a:extLst>
          </p:cNvPr>
          <p:cNvSpPr>
            <a:spLocks noGrp="1"/>
          </p:cNvSpPr>
          <p:nvPr/>
        </p:nvSpPr>
        <p:spPr>
          <a:xfrm>
            <a:off x="9868234" y="6829425"/>
            <a:ext cx="2476500" cy="361950"/>
          </a:xfrm>
          <a:prstGeom prst="rect">
            <a:avLst/>
          </a:prstGeom>
        </p:spPr>
        <p:txBody>
          <a:bodyPr lIns="0" tIns="0" rIns="0" bIns="0"/>
          <a:lstStyle/>
          <a:p>
            <a:pPr>
              <a:defRPr sz="2325" b="1" i="0">
                <a:solidFill>
                  <a:srgbClr val="F8FBFF"/>
                </a:solidFill>
              </a:defRPr>
            </a:pPr>
            <a:r>
              <a:rPr sz="2800" b="1" i="0" dirty="0">
                <a:solidFill>
                  <a:srgbClr val="F8FBFF"/>
                </a:solidFill>
              </a:rPr>
              <a:t>team style</a:t>
            </a:r>
          </a:p>
        </p:txBody>
      </p:sp>
      <p:sp>
        <p:nvSpPr>
          <p:cNvPr id="22" name="skill-detail-team style">
            <a:extLst>
              <a:ext uri="{FF2B5EF4-FFF2-40B4-BE49-F238E27FC236}">
                <a16:creationId xmlns:a16="http://schemas.microsoft.com/office/drawing/2014/main" id="{89C162E2-BF07-4F3A-B3FD-92B958848E84}"/>
              </a:ext>
            </a:extLst>
          </p:cNvPr>
          <p:cNvSpPr>
            <a:spLocks noGrp="1"/>
          </p:cNvSpPr>
          <p:nvPr/>
        </p:nvSpPr>
        <p:spPr>
          <a:xfrm>
            <a:off x="12230434" y="6877050"/>
            <a:ext cx="2476500" cy="266700"/>
          </a:xfrm>
          <a:prstGeom prst="rect">
            <a:avLst/>
          </a:prstGeom>
        </p:spPr>
        <p:txBody>
          <a:bodyPr lIns="0" tIns="0" rIns="0" bIns="0"/>
          <a:lstStyle/>
          <a:p>
            <a:pPr>
              <a:defRPr sz="1650" b="0" i="0">
                <a:solidFill>
                  <a:srgbClr val="9BA8C7"/>
                </a:solidFill>
              </a:defRPr>
            </a:pPr>
            <a:r>
              <a:rPr sz="2400" b="0" i="0">
                <a:solidFill>
                  <a:srgbClr val="9BA8C7"/>
                </a:solidFill>
              </a:rPr>
              <a:t>local conventions</a:t>
            </a:r>
          </a:p>
        </p:txBody>
      </p:sp>
      <p:sp>
        <p:nvSpPr>
          <p:cNvPr id="23" name="Rectangle: Rounded Corners 22">
            <a:extLst>
              <a:ext uri="{FF2B5EF4-FFF2-40B4-BE49-F238E27FC236}">
                <a16:creationId xmlns:a16="http://schemas.microsoft.com/office/drawing/2014/main" id="{077D558B-F9F5-4372-98CF-808CA5E40DFD}"/>
              </a:ext>
            </a:extLst>
          </p:cNvPr>
          <p:cNvSpPr>
            <a:spLocks noGrp="1"/>
          </p:cNvSpPr>
          <p:nvPr/>
        </p:nvSpPr>
        <p:spPr>
          <a:xfrm>
            <a:off x="1143000" y="8001000"/>
            <a:ext cx="1828800" cy="609600"/>
          </a:xfrm>
          <a:prstGeom prst="roundRect">
            <a:avLst>
              <a:gd name="adj" fmla="val 12500"/>
            </a:avLst>
          </a:prstGeom>
          <a:solidFill>
            <a:srgbClr val="132542"/>
          </a:solidFill>
          <a:ln w="6350">
            <a:solidFill>
              <a:schemeClr val="tx1"/>
            </a:solidFill>
          </a:ln>
        </p:spPr>
        <p:txBody>
          <a:bodyPr anchor="ctr"/>
          <a:lstStyle/>
          <a:p>
            <a:pPr algn="ctr"/>
            <a:endParaRPr lang="en-US" sz="2400"/>
          </a:p>
        </p:txBody>
      </p:sp>
      <p:sp>
        <p:nvSpPr>
          <p:cNvPr id="24" name="Rectangle 23">
            <a:extLst>
              <a:ext uri="{FF2B5EF4-FFF2-40B4-BE49-F238E27FC236}">
                <a16:creationId xmlns:a16="http://schemas.microsoft.com/office/drawing/2014/main" id="{8110B19C-B72C-4697-B571-9DA3ABA44F22}"/>
              </a:ext>
            </a:extLst>
          </p:cNvPr>
          <p:cNvSpPr>
            <a:spLocks noGrp="1"/>
          </p:cNvSpPr>
          <p:nvPr/>
        </p:nvSpPr>
        <p:spPr>
          <a:xfrm>
            <a:off x="1390650" y="8143875"/>
            <a:ext cx="1428750" cy="323850"/>
          </a:xfrm>
          <a:prstGeom prst="rect">
            <a:avLst/>
          </a:prstGeom>
        </p:spPr>
        <p:txBody>
          <a:bodyPr lIns="0" tIns="0" rIns="0" bIns="0" anchor="ctr"/>
          <a:lstStyle/>
          <a:p>
            <a:pPr algn="ctr">
              <a:defRPr sz="2100" b="1" i="0">
                <a:solidFill>
                  <a:srgbClr val="31D7F5"/>
                </a:solidFill>
              </a:defRPr>
            </a:pPr>
            <a:r>
              <a:rPr sz="2800" b="1" i="0">
                <a:solidFill>
                  <a:srgbClr val="31D7F5"/>
                </a:solidFill>
              </a:rPr>
              <a:t>/skills</a:t>
            </a:r>
          </a:p>
        </p:txBody>
      </p:sp>
      <p:sp>
        <p:nvSpPr>
          <p:cNvPr id="25" name="Rectangle: Rounded Corners 24">
            <a:extLst>
              <a:ext uri="{FF2B5EF4-FFF2-40B4-BE49-F238E27FC236}">
                <a16:creationId xmlns:a16="http://schemas.microsoft.com/office/drawing/2014/main" id="{A9AACD2A-BDA9-40DE-82B7-2068B66F1BBC}"/>
              </a:ext>
            </a:extLst>
          </p:cNvPr>
          <p:cNvSpPr>
            <a:spLocks noGrp="1"/>
          </p:cNvSpPr>
          <p:nvPr/>
        </p:nvSpPr>
        <p:spPr>
          <a:xfrm>
            <a:off x="3200400" y="8001000"/>
            <a:ext cx="2209800" cy="609600"/>
          </a:xfrm>
          <a:prstGeom prst="roundRect">
            <a:avLst>
              <a:gd name="adj" fmla="val 12500"/>
            </a:avLst>
          </a:prstGeom>
          <a:solidFill>
            <a:srgbClr val="132542"/>
          </a:solidFill>
          <a:ln w="6350">
            <a:solidFill>
              <a:schemeClr val="tx1"/>
            </a:solidFill>
          </a:ln>
        </p:spPr>
        <p:txBody>
          <a:bodyPr anchor="ctr"/>
          <a:lstStyle/>
          <a:p>
            <a:pPr algn="ctr"/>
            <a:endParaRPr lang="en-US" sz="2400"/>
          </a:p>
        </p:txBody>
      </p:sp>
      <p:sp>
        <p:nvSpPr>
          <p:cNvPr id="26" name="Rectangle 25">
            <a:extLst>
              <a:ext uri="{FF2B5EF4-FFF2-40B4-BE49-F238E27FC236}">
                <a16:creationId xmlns:a16="http://schemas.microsoft.com/office/drawing/2014/main" id="{5F881AD2-3E10-4335-A788-C3F34A177F9E}"/>
              </a:ext>
            </a:extLst>
          </p:cNvPr>
          <p:cNvSpPr>
            <a:spLocks noGrp="1"/>
          </p:cNvSpPr>
          <p:nvPr/>
        </p:nvSpPr>
        <p:spPr>
          <a:xfrm>
            <a:off x="3409950" y="8143875"/>
            <a:ext cx="1809750" cy="323850"/>
          </a:xfrm>
          <a:prstGeom prst="rect">
            <a:avLst/>
          </a:prstGeom>
        </p:spPr>
        <p:txBody>
          <a:bodyPr lIns="0" tIns="0" rIns="0" bIns="0" anchor="ctr"/>
          <a:lstStyle/>
          <a:p>
            <a:pPr algn="ctr">
              <a:defRPr sz="2100" b="1" i="0">
                <a:solidFill>
                  <a:srgbClr val="63F4A9"/>
                </a:solidFill>
              </a:defRPr>
            </a:pPr>
            <a:r>
              <a:rPr sz="2800" b="1" i="0" dirty="0">
                <a:solidFill>
                  <a:srgbClr val="63F4A9"/>
                </a:solidFill>
              </a:rPr>
              <a:t>SKILL.md</a:t>
            </a:r>
          </a:p>
        </p:txBody>
      </p:sp>
      <p:sp>
        <p:nvSpPr>
          <p:cNvPr id="27" name="source">
            <a:extLst>
              <a:ext uri="{FF2B5EF4-FFF2-40B4-BE49-F238E27FC236}">
                <a16:creationId xmlns:a16="http://schemas.microsoft.com/office/drawing/2014/main" id="{75B4B033-A83C-4D44-88A2-C1AA3981072C}"/>
              </a:ext>
            </a:extLst>
          </p:cNvPr>
          <p:cNvSpPr>
            <a:spLocks noGrp="1"/>
          </p:cNvSpPr>
          <p:nvPr/>
        </p:nvSpPr>
        <p:spPr>
          <a:xfrm>
            <a:off x="914400" y="9696450"/>
            <a:ext cx="7620000" cy="190500"/>
          </a:xfrm>
          <a:prstGeom prst="rect">
            <a:avLst/>
          </a:prstGeom>
        </p:spPr>
        <p:txBody>
          <a:bodyPr lIns="0" tIns="0" rIns="0" bIns="0"/>
          <a:lstStyle/>
          <a:p>
            <a:pPr>
              <a:defRPr sz="1200" b="0" i="0">
                <a:solidFill>
                  <a:srgbClr val="6F7DA3"/>
                </a:solidFill>
              </a:defRPr>
            </a:pPr>
            <a:r>
              <a:rPr sz="1200" b="0" i="0">
                <a:solidFill>
                  <a:srgbClr val="6F7DA3"/>
                </a:solidFill>
              </a:rPr>
              <a:t>Skills package instructions, examples, scripts, templates</a:t>
            </a:r>
          </a:p>
        </p:txBody>
      </p:sp>
      <p:sp>
        <p:nvSpPr>
          <p:cNvPr id="3" name="TextBox 2">
            <a:extLst>
              <a:ext uri="{FF2B5EF4-FFF2-40B4-BE49-F238E27FC236}">
                <a16:creationId xmlns:a16="http://schemas.microsoft.com/office/drawing/2014/main" id="{3E5F8FA3-71AE-C3DB-99FD-8D376B8A0E10}"/>
              </a:ext>
            </a:extLst>
          </p:cNvPr>
          <p:cNvSpPr txBox="1"/>
          <p:nvPr/>
        </p:nvSpPr>
        <p:spPr>
          <a:xfrm>
            <a:off x="6343984" y="8053685"/>
            <a:ext cx="6096000" cy="461665"/>
          </a:xfrm>
          <a:prstGeom prst="rect">
            <a:avLst/>
          </a:prstGeom>
          <a:noFill/>
        </p:spPr>
        <p:txBody>
          <a:bodyPr wrap="square">
            <a:spAutoFit/>
          </a:bodyPr>
          <a:lstStyle/>
          <a:p>
            <a:r>
              <a:rPr lang="en-US" sz="2400" dirty="0"/>
              <a:t>Add new skills with </a:t>
            </a:r>
            <a:r>
              <a:rPr lang="en-US" sz="2400" dirty="0">
                <a:solidFill>
                  <a:schemeClr val="tx1"/>
                </a:solidFill>
                <a:latin typeface="Consolas" panose="02000009000000000000" pitchFamily="49" charset="0"/>
                <a:ea typeface="Consolas" panose="02000009000000000000" pitchFamily="49" charset="0"/>
                <a:cs typeface="Consolas" panose="02000009000000000000" pitchFamily="49" charset="0"/>
              </a:rPr>
              <a:t>/skills add</a:t>
            </a:r>
          </a:p>
        </p:txBody>
      </p:sp>
    </p:spTree>
    <p:extLst>
      <p:ext uri="{BB962C8B-B14F-4D97-AF65-F5344CB8AC3E}">
        <p14:creationId xmlns:p14="http://schemas.microsoft.com/office/powerpoint/2010/main" val="1384584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kicker">
            <a:extLst>
              <a:ext uri="{FF2B5EF4-FFF2-40B4-BE49-F238E27FC236}">
                <a16:creationId xmlns:a16="http://schemas.microsoft.com/office/drawing/2014/main" id="{70CDF971-42BC-41F3-ACB1-2711D3C46D54}"/>
              </a:ext>
            </a:extLst>
          </p:cNvPr>
          <p:cNvSpPr>
            <a:spLocks noGrp="1"/>
          </p:cNvSpPr>
          <p:nvPr/>
        </p:nvSpPr>
        <p:spPr>
          <a:xfrm>
            <a:off x="914400" y="698500"/>
            <a:ext cx="9525000" cy="285750"/>
          </a:xfrm>
          <a:prstGeom prst="rect">
            <a:avLst/>
          </a:prstGeom>
        </p:spPr>
        <p:txBody>
          <a:bodyPr lIns="0" tIns="0" rIns="0" bIns="0"/>
          <a:lstStyle/>
          <a:p>
            <a:pPr>
              <a:defRPr sz="1800" b="1" i="0">
                <a:solidFill>
                  <a:srgbClr val="31D7F5"/>
                </a:solidFill>
              </a:defRPr>
            </a:pPr>
            <a:r>
              <a:rPr sz="2400" b="1" i="0">
                <a:solidFill>
                  <a:srgbClr val="31D7F5"/>
                </a:solidFill>
              </a:rPr>
              <a:t>ROLES</a:t>
            </a:r>
          </a:p>
        </p:txBody>
      </p:sp>
      <p:sp>
        <p:nvSpPr>
          <p:cNvPr id="5" name="slide-title">
            <a:extLst>
              <a:ext uri="{FF2B5EF4-FFF2-40B4-BE49-F238E27FC236}">
                <a16:creationId xmlns:a16="http://schemas.microsoft.com/office/drawing/2014/main" id="{C105F168-3FFB-4AE4-BD1A-5C367B8EBA49}"/>
              </a:ext>
            </a:extLst>
          </p:cNvPr>
          <p:cNvSpPr>
            <a:spLocks noGrp="1"/>
          </p:cNvSpPr>
          <p:nvPr/>
        </p:nvSpPr>
        <p:spPr>
          <a:xfrm>
            <a:off x="914400" y="1123950"/>
            <a:ext cx="12573000" cy="685800"/>
          </a:xfrm>
          <a:prstGeom prst="rect">
            <a:avLst/>
          </a:prstGeom>
        </p:spPr>
        <p:txBody>
          <a:bodyPr lIns="0" tIns="0" rIns="0" bIns="0"/>
          <a:lstStyle/>
          <a:p>
            <a:pPr>
              <a:defRPr sz="4500" b="1" i="0">
                <a:solidFill>
                  <a:srgbClr val="F8FBFF"/>
                </a:solidFill>
              </a:defRPr>
            </a:pPr>
            <a:r>
              <a:rPr sz="4500" b="1" i="0">
                <a:solidFill>
                  <a:srgbClr val="F8FBFF"/>
                </a:solidFill>
              </a:rPr>
              <a:t>Agents package a job-shaped teammate</a:t>
            </a:r>
          </a:p>
        </p:txBody>
      </p:sp>
      <p:sp>
        <p:nvSpPr>
          <p:cNvPr id="6" name="Rectangle: Rounded Corners 5">
            <a:extLst>
              <a:ext uri="{FF2B5EF4-FFF2-40B4-BE49-F238E27FC236}">
                <a16:creationId xmlns:a16="http://schemas.microsoft.com/office/drawing/2014/main" id="{52C15A47-7150-4D7A-AEC7-53A2595F0339}"/>
              </a:ext>
            </a:extLst>
          </p:cNvPr>
          <p:cNvSpPr>
            <a:spLocks noGrp="1"/>
          </p:cNvSpPr>
          <p:nvPr/>
        </p:nvSpPr>
        <p:spPr>
          <a:xfrm>
            <a:off x="1257299" y="7667625"/>
            <a:ext cx="2438400" cy="762000"/>
          </a:xfrm>
          <a:prstGeom prst="roundRect">
            <a:avLst>
              <a:gd name="adj" fmla="val 10000"/>
            </a:avLst>
          </a:prstGeom>
          <a:solidFill>
            <a:srgbClr val="111B38"/>
          </a:solidFill>
          <a:ln w="6350">
            <a:solidFill>
              <a:schemeClr val="bg1"/>
            </a:solidFill>
          </a:ln>
        </p:spPr>
        <p:txBody>
          <a:bodyPr/>
          <a:lstStyle/>
          <a:p>
            <a:pPr algn="ctr"/>
            <a:endParaRPr lang="en-US" sz="2800"/>
          </a:p>
        </p:txBody>
      </p:sp>
      <p:pic>
        <p:nvPicPr>
          <p:cNvPr id="7" name="agent-planner"/>
          <p:cNvPicPr>
            <a:picLocks noChangeAspect="1"/>
          </p:cNvPicPr>
          <p:nvPr/>
        </p:nvPicPr>
        <p:blipFill>
          <a:blip r:embed="rId3"/>
          <a:stretch/>
        </p:blipFill>
        <p:spPr>
          <a:xfrm>
            <a:off x="1434806" y="5791200"/>
            <a:ext cx="2083387" cy="2095500"/>
          </a:xfrm>
          <a:prstGeom prst="rect">
            <a:avLst/>
          </a:prstGeom>
        </p:spPr>
      </p:pic>
      <p:sp>
        <p:nvSpPr>
          <p:cNvPr id="8" name="agent-label-planner">
            <a:extLst>
              <a:ext uri="{FF2B5EF4-FFF2-40B4-BE49-F238E27FC236}">
                <a16:creationId xmlns:a16="http://schemas.microsoft.com/office/drawing/2014/main" id="{D2B13686-581B-454D-9CC5-E88348030A79}"/>
              </a:ext>
            </a:extLst>
          </p:cNvPr>
          <p:cNvSpPr>
            <a:spLocks noGrp="1"/>
          </p:cNvSpPr>
          <p:nvPr/>
        </p:nvSpPr>
        <p:spPr>
          <a:xfrm>
            <a:off x="1590674" y="7877175"/>
            <a:ext cx="1771650" cy="342900"/>
          </a:xfrm>
          <a:prstGeom prst="rect">
            <a:avLst/>
          </a:prstGeom>
        </p:spPr>
        <p:txBody>
          <a:bodyPr lIns="0" tIns="0" rIns="0" bIns="0"/>
          <a:lstStyle/>
          <a:p>
            <a:pPr algn="ctr">
              <a:defRPr sz="2250" b="1" i="0">
                <a:solidFill>
                  <a:srgbClr val="31D7F5"/>
                </a:solidFill>
              </a:defRPr>
            </a:pPr>
            <a:r>
              <a:rPr sz="2800" b="1" i="0">
                <a:solidFill>
                  <a:srgbClr val="31D7F5"/>
                </a:solidFill>
              </a:rPr>
              <a:t>planner</a:t>
            </a:r>
          </a:p>
        </p:txBody>
      </p:sp>
      <p:sp>
        <p:nvSpPr>
          <p:cNvPr id="9" name="Rectangle: Rounded Corners 8">
            <a:extLst>
              <a:ext uri="{FF2B5EF4-FFF2-40B4-BE49-F238E27FC236}">
                <a16:creationId xmlns:a16="http://schemas.microsoft.com/office/drawing/2014/main" id="{B654DE7B-F89E-4C2A-AFFC-A1900DC683F5}"/>
              </a:ext>
            </a:extLst>
          </p:cNvPr>
          <p:cNvSpPr>
            <a:spLocks noGrp="1"/>
          </p:cNvSpPr>
          <p:nvPr/>
        </p:nvSpPr>
        <p:spPr>
          <a:xfrm>
            <a:off x="5105400" y="7162800"/>
            <a:ext cx="2438400" cy="762000"/>
          </a:xfrm>
          <a:prstGeom prst="roundRect">
            <a:avLst>
              <a:gd name="adj" fmla="val 10000"/>
            </a:avLst>
          </a:prstGeom>
          <a:solidFill>
            <a:srgbClr val="111B38"/>
          </a:solidFill>
          <a:ln w="6350">
            <a:solidFill>
              <a:schemeClr val="bg1"/>
            </a:solidFill>
          </a:ln>
        </p:spPr>
        <p:txBody>
          <a:bodyPr/>
          <a:lstStyle/>
          <a:p>
            <a:pPr algn="ctr"/>
            <a:endParaRPr lang="en-US" sz="2800"/>
          </a:p>
        </p:txBody>
      </p:sp>
      <p:pic>
        <p:nvPicPr>
          <p:cNvPr id="10" name="agent-builder"/>
          <p:cNvPicPr>
            <a:picLocks noChangeAspect="1"/>
          </p:cNvPicPr>
          <p:nvPr/>
        </p:nvPicPr>
        <p:blipFill>
          <a:blip r:embed="rId4"/>
          <a:stretch/>
        </p:blipFill>
        <p:spPr>
          <a:xfrm>
            <a:off x="5219700" y="5295900"/>
            <a:ext cx="2095500" cy="2095500"/>
          </a:xfrm>
          <a:prstGeom prst="rect">
            <a:avLst/>
          </a:prstGeom>
        </p:spPr>
      </p:pic>
      <p:sp>
        <p:nvSpPr>
          <p:cNvPr id="11" name="agent-label-builder">
            <a:extLst>
              <a:ext uri="{FF2B5EF4-FFF2-40B4-BE49-F238E27FC236}">
                <a16:creationId xmlns:a16="http://schemas.microsoft.com/office/drawing/2014/main" id="{07435A8E-4A74-4702-B1C1-E597B872F8B7}"/>
              </a:ext>
            </a:extLst>
          </p:cNvPr>
          <p:cNvSpPr>
            <a:spLocks noGrp="1"/>
          </p:cNvSpPr>
          <p:nvPr/>
        </p:nvSpPr>
        <p:spPr>
          <a:xfrm>
            <a:off x="5438775" y="7372350"/>
            <a:ext cx="1771650" cy="342900"/>
          </a:xfrm>
          <a:prstGeom prst="rect">
            <a:avLst/>
          </a:prstGeom>
        </p:spPr>
        <p:txBody>
          <a:bodyPr lIns="0" tIns="0" rIns="0" bIns="0"/>
          <a:lstStyle/>
          <a:p>
            <a:pPr algn="ctr">
              <a:defRPr sz="2250" b="1" i="0">
                <a:solidFill>
                  <a:srgbClr val="63F4A9"/>
                </a:solidFill>
              </a:defRPr>
            </a:pPr>
            <a:r>
              <a:rPr sz="2800" b="1" i="0">
                <a:solidFill>
                  <a:srgbClr val="63F4A9"/>
                </a:solidFill>
              </a:rPr>
              <a:t>builder</a:t>
            </a:r>
          </a:p>
        </p:txBody>
      </p:sp>
      <p:sp>
        <p:nvSpPr>
          <p:cNvPr id="12" name="Rectangle: Rounded Corners 11">
            <a:extLst>
              <a:ext uri="{FF2B5EF4-FFF2-40B4-BE49-F238E27FC236}">
                <a16:creationId xmlns:a16="http://schemas.microsoft.com/office/drawing/2014/main" id="{73094F75-187E-4C2A-BF81-AC4FCE7A399A}"/>
              </a:ext>
            </a:extLst>
          </p:cNvPr>
          <p:cNvSpPr>
            <a:spLocks noGrp="1"/>
          </p:cNvSpPr>
          <p:nvPr/>
        </p:nvSpPr>
        <p:spPr>
          <a:xfrm>
            <a:off x="9067800" y="7162800"/>
            <a:ext cx="2438400" cy="762000"/>
          </a:xfrm>
          <a:prstGeom prst="roundRect">
            <a:avLst>
              <a:gd name="adj" fmla="val 10000"/>
            </a:avLst>
          </a:prstGeom>
          <a:solidFill>
            <a:srgbClr val="111B38"/>
          </a:solidFill>
          <a:ln w="6350">
            <a:solidFill>
              <a:schemeClr val="bg1"/>
            </a:solidFill>
          </a:ln>
        </p:spPr>
        <p:txBody>
          <a:bodyPr/>
          <a:lstStyle/>
          <a:p>
            <a:pPr algn="ctr"/>
            <a:endParaRPr lang="en-US" sz="2800"/>
          </a:p>
        </p:txBody>
      </p:sp>
      <p:pic>
        <p:nvPicPr>
          <p:cNvPr id="13" name="agent-reviewer"/>
          <p:cNvPicPr>
            <a:picLocks noChangeAspect="1"/>
          </p:cNvPicPr>
          <p:nvPr/>
        </p:nvPicPr>
        <p:blipFill>
          <a:blip r:embed="rId5"/>
          <a:stretch/>
        </p:blipFill>
        <p:spPr>
          <a:xfrm>
            <a:off x="9203031" y="5295900"/>
            <a:ext cx="2091738" cy="2095500"/>
          </a:xfrm>
          <a:prstGeom prst="rect">
            <a:avLst/>
          </a:prstGeom>
        </p:spPr>
      </p:pic>
      <p:sp>
        <p:nvSpPr>
          <p:cNvPr id="14" name="agent-label-reviewer">
            <a:extLst>
              <a:ext uri="{FF2B5EF4-FFF2-40B4-BE49-F238E27FC236}">
                <a16:creationId xmlns:a16="http://schemas.microsoft.com/office/drawing/2014/main" id="{248D8EE8-6CD9-400E-B9CA-FE37F14D4240}"/>
              </a:ext>
            </a:extLst>
          </p:cNvPr>
          <p:cNvSpPr>
            <a:spLocks noGrp="1"/>
          </p:cNvSpPr>
          <p:nvPr/>
        </p:nvSpPr>
        <p:spPr>
          <a:xfrm>
            <a:off x="9401175" y="7372350"/>
            <a:ext cx="1771650" cy="342900"/>
          </a:xfrm>
          <a:prstGeom prst="rect">
            <a:avLst/>
          </a:prstGeom>
        </p:spPr>
        <p:txBody>
          <a:bodyPr lIns="0" tIns="0" rIns="0" bIns="0"/>
          <a:lstStyle/>
          <a:p>
            <a:pPr algn="ctr">
              <a:defRPr sz="2250" b="1" i="0">
                <a:solidFill>
                  <a:srgbClr val="D7FF4A"/>
                </a:solidFill>
              </a:defRPr>
            </a:pPr>
            <a:r>
              <a:rPr sz="2800" b="1" i="0">
                <a:solidFill>
                  <a:srgbClr val="D7FF4A"/>
                </a:solidFill>
              </a:rPr>
              <a:t>reviewer</a:t>
            </a:r>
          </a:p>
        </p:txBody>
      </p:sp>
      <p:sp>
        <p:nvSpPr>
          <p:cNvPr id="15" name="Rectangle: Rounded Corners 14">
            <a:extLst>
              <a:ext uri="{FF2B5EF4-FFF2-40B4-BE49-F238E27FC236}">
                <a16:creationId xmlns:a16="http://schemas.microsoft.com/office/drawing/2014/main" id="{04FD2E7B-588C-4B7B-B22A-8F3005FB2A18}"/>
              </a:ext>
            </a:extLst>
          </p:cNvPr>
          <p:cNvSpPr>
            <a:spLocks noGrp="1"/>
          </p:cNvSpPr>
          <p:nvPr/>
        </p:nvSpPr>
        <p:spPr>
          <a:xfrm>
            <a:off x="12877800" y="7696200"/>
            <a:ext cx="2438400" cy="762000"/>
          </a:xfrm>
          <a:prstGeom prst="roundRect">
            <a:avLst>
              <a:gd name="adj" fmla="val 10000"/>
            </a:avLst>
          </a:prstGeom>
          <a:solidFill>
            <a:srgbClr val="111B38"/>
          </a:solidFill>
          <a:ln w="6350">
            <a:solidFill>
              <a:schemeClr val="bg1"/>
            </a:solidFill>
          </a:ln>
        </p:spPr>
        <p:txBody>
          <a:bodyPr/>
          <a:lstStyle/>
          <a:p>
            <a:pPr algn="ctr"/>
            <a:endParaRPr lang="en-US" sz="2800"/>
          </a:p>
        </p:txBody>
      </p:sp>
      <p:pic>
        <p:nvPicPr>
          <p:cNvPr id="16" name="agent-shipper"/>
          <p:cNvPicPr>
            <a:picLocks noChangeAspect="1"/>
          </p:cNvPicPr>
          <p:nvPr/>
        </p:nvPicPr>
        <p:blipFill>
          <a:blip r:embed="rId6"/>
          <a:stretch/>
        </p:blipFill>
        <p:spPr>
          <a:xfrm>
            <a:off x="13049250" y="5791200"/>
            <a:ext cx="2095500" cy="2095500"/>
          </a:xfrm>
          <a:prstGeom prst="rect">
            <a:avLst/>
          </a:prstGeom>
        </p:spPr>
      </p:pic>
      <p:sp>
        <p:nvSpPr>
          <p:cNvPr id="17" name="agent-label-shipper">
            <a:extLst>
              <a:ext uri="{FF2B5EF4-FFF2-40B4-BE49-F238E27FC236}">
                <a16:creationId xmlns:a16="http://schemas.microsoft.com/office/drawing/2014/main" id="{D53067E5-6F9B-4F4B-B8EB-BFF56C1EDC91}"/>
              </a:ext>
            </a:extLst>
          </p:cNvPr>
          <p:cNvSpPr>
            <a:spLocks noGrp="1"/>
          </p:cNvSpPr>
          <p:nvPr/>
        </p:nvSpPr>
        <p:spPr>
          <a:xfrm>
            <a:off x="13211175" y="7905750"/>
            <a:ext cx="1771650" cy="342900"/>
          </a:xfrm>
          <a:prstGeom prst="rect">
            <a:avLst/>
          </a:prstGeom>
        </p:spPr>
        <p:txBody>
          <a:bodyPr lIns="0" tIns="0" rIns="0" bIns="0"/>
          <a:lstStyle/>
          <a:p>
            <a:pPr algn="ctr">
              <a:defRPr sz="2250" b="1" i="0">
                <a:solidFill>
                  <a:srgbClr val="A66BFF"/>
                </a:solidFill>
              </a:defRPr>
            </a:pPr>
            <a:r>
              <a:rPr sz="2800" b="1" i="0">
                <a:solidFill>
                  <a:srgbClr val="A66BFF"/>
                </a:solidFill>
              </a:rPr>
              <a:t>shipper</a:t>
            </a:r>
          </a:p>
        </p:txBody>
      </p:sp>
      <p:sp>
        <p:nvSpPr>
          <p:cNvPr id="18" name="Rectangle: Rounded Corners 17">
            <a:extLst>
              <a:ext uri="{FF2B5EF4-FFF2-40B4-BE49-F238E27FC236}">
                <a16:creationId xmlns:a16="http://schemas.microsoft.com/office/drawing/2014/main" id="{8357D0D5-8574-4B11-BF06-A6A9CE4DBCD9}"/>
              </a:ext>
            </a:extLst>
          </p:cNvPr>
          <p:cNvSpPr>
            <a:spLocks noGrp="1"/>
          </p:cNvSpPr>
          <p:nvPr/>
        </p:nvSpPr>
        <p:spPr>
          <a:xfrm>
            <a:off x="5029200" y="2590800"/>
            <a:ext cx="8305800" cy="1600200"/>
          </a:xfrm>
          <a:prstGeom prst="roundRect">
            <a:avLst>
              <a:gd name="adj" fmla="val 4762"/>
            </a:avLst>
          </a:prstGeom>
          <a:solidFill>
            <a:srgbClr val="0F1834"/>
          </a:solidFill>
        </p:spPr>
        <p:txBody>
          <a:bodyPr/>
          <a:lstStyle/>
          <a:p>
            <a:endParaRPr lang="en-US"/>
          </a:p>
        </p:txBody>
      </p:sp>
      <p:sp>
        <p:nvSpPr>
          <p:cNvPr id="19" name="agent-equation">
            <a:extLst>
              <a:ext uri="{FF2B5EF4-FFF2-40B4-BE49-F238E27FC236}">
                <a16:creationId xmlns:a16="http://schemas.microsoft.com/office/drawing/2014/main" id="{CCEC3F06-6621-4691-A142-15750AE4CC9E}"/>
              </a:ext>
            </a:extLst>
          </p:cNvPr>
          <p:cNvSpPr>
            <a:spLocks noGrp="1"/>
          </p:cNvSpPr>
          <p:nvPr/>
        </p:nvSpPr>
        <p:spPr>
          <a:xfrm>
            <a:off x="5467350" y="3048000"/>
            <a:ext cx="7524750" cy="457200"/>
          </a:xfrm>
          <a:prstGeom prst="rect">
            <a:avLst/>
          </a:prstGeom>
        </p:spPr>
        <p:txBody>
          <a:bodyPr lIns="0" tIns="0" rIns="0" bIns="0"/>
          <a:lstStyle/>
          <a:p>
            <a:pPr>
              <a:defRPr sz="3000" b="1" i="0">
                <a:solidFill>
                  <a:srgbClr val="F8FBFF"/>
                </a:solidFill>
              </a:defRPr>
            </a:pPr>
            <a:r>
              <a:rPr sz="3000" b="1" i="0">
                <a:solidFill>
                  <a:srgbClr val="F8FBFF"/>
                </a:solidFill>
              </a:rPr>
              <a:t>agent = role + instructions + tools + skills</a:t>
            </a:r>
          </a:p>
        </p:txBody>
      </p:sp>
      <p:sp>
        <p:nvSpPr>
          <p:cNvPr id="20" name="Rectangle: Rounded Corners 19">
            <a:extLst>
              <a:ext uri="{FF2B5EF4-FFF2-40B4-BE49-F238E27FC236}">
                <a16:creationId xmlns:a16="http://schemas.microsoft.com/office/drawing/2014/main" id="{18C52062-9E54-4E7E-AA79-D2B5656D0537}"/>
              </a:ext>
            </a:extLst>
          </p:cNvPr>
          <p:cNvSpPr>
            <a:spLocks noGrp="1"/>
          </p:cNvSpPr>
          <p:nvPr/>
        </p:nvSpPr>
        <p:spPr>
          <a:xfrm>
            <a:off x="5791200" y="4343400"/>
            <a:ext cx="1600200" cy="533400"/>
          </a:xfrm>
          <a:prstGeom prst="roundRect">
            <a:avLst>
              <a:gd name="adj" fmla="val 14286"/>
            </a:avLst>
          </a:prstGeom>
          <a:solidFill>
            <a:srgbClr val="132542"/>
          </a:solidFill>
        </p:spPr>
        <p:txBody>
          <a:bodyPr/>
          <a:lstStyle/>
          <a:p>
            <a:pPr algn="ctr"/>
            <a:endParaRPr lang="en-US" sz="2800"/>
          </a:p>
        </p:txBody>
      </p:sp>
      <p:sp>
        <p:nvSpPr>
          <p:cNvPr id="21" name="Rectangle 20">
            <a:extLst>
              <a:ext uri="{FF2B5EF4-FFF2-40B4-BE49-F238E27FC236}">
                <a16:creationId xmlns:a16="http://schemas.microsoft.com/office/drawing/2014/main" id="{D5937A22-B2F8-460E-AD01-944EBCB9377C}"/>
              </a:ext>
            </a:extLst>
          </p:cNvPr>
          <p:cNvSpPr>
            <a:spLocks noGrp="1"/>
          </p:cNvSpPr>
          <p:nvPr/>
        </p:nvSpPr>
        <p:spPr>
          <a:xfrm>
            <a:off x="6019800" y="4467225"/>
            <a:ext cx="1238250" cy="285750"/>
          </a:xfrm>
          <a:prstGeom prst="rect">
            <a:avLst/>
          </a:prstGeom>
        </p:spPr>
        <p:txBody>
          <a:bodyPr lIns="0" tIns="0" rIns="0" bIns="0"/>
          <a:lstStyle/>
          <a:p>
            <a:pPr algn="ctr">
              <a:defRPr sz="1800" b="1" i="0">
                <a:solidFill>
                  <a:srgbClr val="31D7F5"/>
                </a:solidFill>
              </a:defRPr>
            </a:pPr>
            <a:r>
              <a:rPr sz="2800" b="1" i="0">
                <a:solidFill>
                  <a:srgbClr val="31D7F5"/>
                </a:solidFill>
              </a:rPr>
              <a:t>/agent</a:t>
            </a:r>
          </a:p>
        </p:txBody>
      </p:sp>
      <p:sp>
        <p:nvSpPr>
          <p:cNvPr id="22" name="Rectangle: Rounded Corners 21">
            <a:extLst>
              <a:ext uri="{FF2B5EF4-FFF2-40B4-BE49-F238E27FC236}">
                <a16:creationId xmlns:a16="http://schemas.microsoft.com/office/drawing/2014/main" id="{CF8BE877-AD43-4984-9B7B-B23A8335286D}"/>
              </a:ext>
            </a:extLst>
          </p:cNvPr>
          <p:cNvSpPr>
            <a:spLocks noGrp="1"/>
          </p:cNvSpPr>
          <p:nvPr/>
        </p:nvSpPr>
        <p:spPr>
          <a:xfrm>
            <a:off x="7620000" y="4343400"/>
            <a:ext cx="1828800" cy="533400"/>
          </a:xfrm>
          <a:prstGeom prst="roundRect">
            <a:avLst>
              <a:gd name="adj" fmla="val 14286"/>
            </a:avLst>
          </a:prstGeom>
          <a:solidFill>
            <a:srgbClr val="132542"/>
          </a:solidFill>
        </p:spPr>
        <p:txBody>
          <a:bodyPr/>
          <a:lstStyle/>
          <a:p>
            <a:pPr algn="ctr"/>
            <a:endParaRPr lang="en-US" sz="2800"/>
          </a:p>
        </p:txBody>
      </p:sp>
      <p:sp>
        <p:nvSpPr>
          <p:cNvPr id="23" name="Rectangle 22">
            <a:extLst>
              <a:ext uri="{FF2B5EF4-FFF2-40B4-BE49-F238E27FC236}">
                <a16:creationId xmlns:a16="http://schemas.microsoft.com/office/drawing/2014/main" id="{A9734F7B-C17D-4D32-AEDD-C4D8689934EE}"/>
              </a:ext>
            </a:extLst>
          </p:cNvPr>
          <p:cNvSpPr>
            <a:spLocks noGrp="1"/>
          </p:cNvSpPr>
          <p:nvPr/>
        </p:nvSpPr>
        <p:spPr>
          <a:xfrm>
            <a:off x="7829550" y="4467225"/>
            <a:ext cx="1428750" cy="285750"/>
          </a:xfrm>
          <a:prstGeom prst="rect">
            <a:avLst/>
          </a:prstGeom>
        </p:spPr>
        <p:txBody>
          <a:bodyPr lIns="0" tIns="0" rIns="0" bIns="0"/>
          <a:lstStyle/>
          <a:p>
            <a:pPr algn="ctr">
              <a:defRPr sz="1800" b="1" i="0">
                <a:solidFill>
                  <a:srgbClr val="63F4A9"/>
                </a:solidFill>
              </a:defRPr>
            </a:pPr>
            <a:r>
              <a:rPr sz="2800" b="1" i="0">
                <a:solidFill>
                  <a:srgbClr val="63F4A9"/>
                </a:solidFill>
              </a:rPr>
              <a:t>--agent</a:t>
            </a:r>
          </a:p>
        </p:txBody>
      </p:sp>
      <p:sp>
        <p:nvSpPr>
          <p:cNvPr id="24" name="Rectangle: Rounded Corners 23">
            <a:extLst>
              <a:ext uri="{FF2B5EF4-FFF2-40B4-BE49-F238E27FC236}">
                <a16:creationId xmlns:a16="http://schemas.microsoft.com/office/drawing/2014/main" id="{E8CBFB76-5A61-4A7C-9C60-271A97E0B57A}"/>
              </a:ext>
            </a:extLst>
          </p:cNvPr>
          <p:cNvSpPr>
            <a:spLocks noGrp="1"/>
          </p:cNvSpPr>
          <p:nvPr/>
        </p:nvSpPr>
        <p:spPr>
          <a:xfrm>
            <a:off x="9601200" y="4343400"/>
            <a:ext cx="1524000" cy="533400"/>
          </a:xfrm>
          <a:prstGeom prst="roundRect">
            <a:avLst>
              <a:gd name="adj" fmla="val 14286"/>
            </a:avLst>
          </a:prstGeom>
          <a:solidFill>
            <a:srgbClr val="132542"/>
          </a:solidFill>
        </p:spPr>
        <p:txBody>
          <a:bodyPr/>
          <a:lstStyle/>
          <a:p>
            <a:pPr algn="ctr"/>
            <a:endParaRPr lang="en-US" sz="2800"/>
          </a:p>
        </p:txBody>
      </p:sp>
      <p:sp>
        <p:nvSpPr>
          <p:cNvPr id="25" name="Rectangle 24">
            <a:extLst>
              <a:ext uri="{FF2B5EF4-FFF2-40B4-BE49-F238E27FC236}">
                <a16:creationId xmlns:a16="http://schemas.microsoft.com/office/drawing/2014/main" id="{CC46BF4F-1795-41B8-A57C-97F99066183A}"/>
              </a:ext>
            </a:extLst>
          </p:cNvPr>
          <p:cNvSpPr>
            <a:spLocks noGrp="1"/>
          </p:cNvSpPr>
          <p:nvPr/>
        </p:nvSpPr>
        <p:spPr>
          <a:xfrm>
            <a:off x="9829800" y="4467225"/>
            <a:ext cx="1143000" cy="285750"/>
          </a:xfrm>
          <a:prstGeom prst="rect">
            <a:avLst/>
          </a:prstGeom>
        </p:spPr>
        <p:txBody>
          <a:bodyPr lIns="0" tIns="0" rIns="0" bIns="0"/>
          <a:lstStyle/>
          <a:p>
            <a:pPr algn="ctr">
              <a:defRPr sz="1800" b="1" i="0">
                <a:solidFill>
                  <a:srgbClr val="D7FF4A"/>
                </a:solidFill>
              </a:defRPr>
            </a:pPr>
            <a:r>
              <a:rPr sz="2800" b="1" i="0">
                <a:solidFill>
                  <a:srgbClr val="D7FF4A"/>
                </a:solidFill>
              </a:rPr>
              <a:t>/fleet</a:t>
            </a:r>
          </a:p>
        </p:txBody>
      </p:sp>
      <p:sp>
        <p:nvSpPr>
          <p:cNvPr id="26" name="Rectangle: Rounded Corners 25">
            <a:extLst>
              <a:ext uri="{FF2B5EF4-FFF2-40B4-BE49-F238E27FC236}">
                <a16:creationId xmlns:a16="http://schemas.microsoft.com/office/drawing/2014/main" id="{FBB8B306-1490-4848-8777-F82644183116}"/>
              </a:ext>
            </a:extLst>
          </p:cNvPr>
          <p:cNvSpPr>
            <a:spLocks noGrp="1"/>
          </p:cNvSpPr>
          <p:nvPr/>
        </p:nvSpPr>
        <p:spPr>
          <a:xfrm>
            <a:off x="11353800" y="4343400"/>
            <a:ext cx="1600200" cy="533400"/>
          </a:xfrm>
          <a:prstGeom prst="roundRect">
            <a:avLst>
              <a:gd name="adj" fmla="val 14286"/>
            </a:avLst>
          </a:prstGeom>
          <a:solidFill>
            <a:srgbClr val="132542"/>
          </a:solidFill>
        </p:spPr>
        <p:txBody>
          <a:bodyPr/>
          <a:lstStyle/>
          <a:p>
            <a:pPr algn="ctr"/>
            <a:endParaRPr lang="en-US" sz="2800"/>
          </a:p>
        </p:txBody>
      </p:sp>
      <p:sp>
        <p:nvSpPr>
          <p:cNvPr id="27" name="Rectangle 26">
            <a:extLst>
              <a:ext uri="{FF2B5EF4-FFF2-40B4-BE49-F238E27FC236}">
                <a16:creationId xmlns:a16="http://schemas.microsoft.com/office/drawing/2014/main" id="{451E7081-0818-4551-9AB0-E1040209398B}"/>
              </a:ext>
            </a:extLst>
          </p:cNvPr>
          <p:cNvSpPr>
            <a:spLocks noGrp="1"/>
          </p:cNvSpPr>
          <p:nvPr/>
        </p:nvSpPr>
        <p:spPr>
          <a:xfrm>
            <a:off x="11544300" y="4467225"/>
            <a:ext cx="1238250" cy="285750"/>
          </a:xfrm>
          <a:prstGeom prst="rect">
            <a:avLst/>
          </a:prstGeom>
        </p:spPr>
        <p:txBody>
          <a:bodyPr lIns="0" tIns="0" rIns="0" bIns="0"/>
          <a:lstStyle/>
          <a:p>
            <a:pPr algn="ctr">
              <a:defRPr sz="1800" b="1" i="0">
                <a:solidFill>
                  <a:srgbClr val="A66BFF"/>
                </a:solidFill>
              </a:defRPr>
            </a:pPr>
            <a:r>
              <a:rPr sz="2800" b="1" i="0">
                <a:solidFill>
                  <a:srgbClr val="A66BFF"/>
                </a:solidFill>
              </a:rPr>
              <a:t>/tasks</a:t>
            </a:r>
          </a:p>
        </p:txBody>
      </p:sp>
      <p:sp>
        <p:nvSpPr>
          <p:cNvPr id="28" name="source">
            <a:extLst>
              <a:ext uri="{FF2B5EF4-FFF2-40B4-BE49-F238E27FC236}">
                <a16:creationId xmlns:a16="http://schemas.microsoft.com/office/drawing/2014/main" id="{4421D20B-174A-45FD-931E-1CBB75B63338}"/>
              </a:ext>
            </a:extLst>
          </p:cNvPr>
          <p:cNvSpPr>
            <a:spLocks noGrp="1"/>
          </p:cNvSpPr>
          <p:nvPr/>
        </p:nvSpPr>
        <p:spPr>
          <a:xfrm>
            <a:off x="914400" y="9696450"/>
            <a:ext cx="7620000" cy="190500"/>
          </a:xfrm>
          <a:prstGeom prst="rect">
            <a:avLst/>
          </a:prstGeom>
        </p:spPr>
        <p:txBody>
          <a:bodyPr lIns="0" tIns="0" rIns="0" bIns="0"/>
          <a:lstStyle/>
          <a:p>
            <a:pPr>
              <a:defRPr sz="1200" b="0" i="0">
                <a:solidFill>
                  <a:srgbClr val="6F7DA3"/>
                </a:solidFill>
              </a:defRPr>
            </a:pPr>
            <a:r>
              <a:rPr sz="1200" b="0" i="0">
                <a:solidFill>
                  <a:srgbClr val="6F7DA3"/>
                </a:solidFill>
              </a:rPr>
              <a:t>Use roles to narrow behavior before work starts</a:t>
            </a:r>
          </a:p>
        </p:txBody>
      </p:sp>
    </p:spTree>
    <p:extLst>
      <p:ext uri="{BB962C8B-B14F-4D97-AF65-F5344CB8AC3E}">
        <p14:creationId xmlns:p14="http://schemas.microsoft.com/office/powerpoint/2010/main" val="1801866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F36E-B59C-6B6E-9C25-1FEBF1128D68}"/>
            </a:ext>
          </a:extLst>
        </p:cNvPr>
        <p:cNvGrpSpPr/>
        <p:nvPr/>
      </p:nvGrpSpPr>
      <p:grpSpPr>
        <a:xfrm>
          <a:off x="0" y="0"/>
          <a:ext cx="0" cy="0"/>
          <a:chOff x="0" y="0"/>
          <a:chExt cx="0" cy="0"/>
        </a:xfrm>
      </p:grpSpPr>
      <p:sp>
        <p:nvSpPr>
          <p:cNvPr id="41" name="Text Placeholder 6">
            <a:extLst>
              <a:ext uri="{FF2B5EF4-FFF2-40B4-BE49-F238E27FC236}">
                <a16:creationId xmlns:a16="http://schemas.microsoft.com/office/drawing/2014/main" id="{734EB8F3-F0AA-4FA6-02D5-E48D857DD555}"/>
              </a:ext>
            </a:extLst>
          </p:cNvPr>
          <p:cNvSpPr txBox="1">
            <a:spLocks/>
          </p:cNvSpPr>
          <p:nvPr/>
        </p:nvSpPr>
        <p:spPr>
          <a:xfrm>
            <a:off x="11091335" y="988371"/>
            <a:ext cx="5069204" cy="1205604"/>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371464">
              <a:spcBef>
                <a:spcPts val="1500"/>
              </a:spcBef>
              <a:defRPr/>
            </a:pPr>
            <a:r>
              <a:rPr lang="en-US" sz="4200" b="1">
                <a:solidFill>
                  <a:srgbClr val="FFFFFF"/>
                </a:solidFill>
                <a:cs typeface="Aptos" pitchFamily="2" charset="77"/>
              </a:rPr>
              <a:t>Personalized</a:t>
            </a:r>
          </a:p>
          <a:p>
            <a:pPr defTabSz="1371464">
              <a:spcBef>
                <a:spcPts val="1500"/>
              </a:spcBef>
              <a:defRPr/>
            </a:pPr>
            <a:r>
              <a:rPr lang="en-US" sz="4200" b="1">
                <a:solidFill>
                  <a:srgbClr val="5EEC83"/>
                </a:solidFill>
                <a:cs typeface="Aptos" pitchFamily="2" charset="77"/>
              </a:rPr>
              <a:t>Custom Agents</a:t>
            </a:r>
          </a:p>
        </p:txBody>
      </p:sp>
      <p:sp>
        <p:nvSpPr>
          <p:cNvPr id="43" name="Text Placeholder 6">
            <a:extLst>
              <a:ext uri="{FF2B5EF4-FFF2-40B4-BE49-F238E27FC236}">
                <a16:creationId xmlns:a16="http://schemas.microsoft.com/office/drawing/2014/main" id="{88C699D5-76A1-0D15-048B-A542765BCA0C}"/>
              </a:ext>
            </a:extLst>
          </p:cNvPr>
          <p:cNvSpPr txBox="1">
            <a:spLocks/>
          </p:cNvSpPr>
          <p:nvPr/>
        </p:nvSpPr>
        <p:spPr>
          <a:xfrm>
            <a:off x="2658905" y="988371"/>
            <a:ext cx="4085297" cy="1205604"/>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371464">
              <a:spcBef>
                <a:spcPts val="1500"/>
              </a:spcBef>
              <a:defRPr/>
            </a:pPr>
            <a:r>
              <a:rPr lang="en-US" sz="4200" b="1">
                <a:solidFill>
                  <a:srgbClr val="FFFFFF"/>
                </a:solidFill>
                <a:cs typeface="Aptos" pitchFamily="2" charset="77"/>
              </a:rPr>
              <a:t>Powerful</a:t>
            </a:r>
          </a:p>
          <a:p>
            <a:pPr defTabSz="1371464">
              <a:spcBef>
                <a:spcPts val="1500"/>
              </a:spcBef>
              <a:defRPr/>
            </a:pPr>
            <a:r>
              <a:rPr lang="en-US" sz="4200" b="1">
                <a:solidFill>
                  <a:srgbClr val="5EEC83"/>
                </a:solidFill>
                <a:cs typeface="Aptos" pitchFamily="2" charset="77"/>
              </a:rPr>
              <a:t>B</a:t>
            </a:r>
            <a:r>
              <a:rPr lang="en-US" sz="4200" b="1" err="1">
                <a:solidFill>
                  <a:srgbClr val="5EEC83"/>
                </a:solidFill>
                <a:cs typeface="Aptos" pitchFamily="2" charset="77"/>
              </a:rPr>
              <a:t>uilt</a:t>
            </a:r>
            <a:r>
              <a:rPr lang="en-US" sz="4200" b="1">
                <a:solidFill>
                  <a:srgbClr val="5EEC83"/>
                </a:solidFill>
                <a:cs typeface="Aptos" pitchFamily="2" charset="77"/>
              </a:rPr>
              <a:t>-in Agents</a:t>
            </a:r>
          </a:p>
        </p:txBody>
      </p:sp>
      <p:sp>
        <p:nvSpPr>
          <p:cNvPr id="44" name="Text Placeholder 7">
            <a:extLst>
              <a:ext uri="{FF2B5EF4-FFF2-40B4-BE49-F238E27FC236}">
                <a16:creationId xmlns:a16="http://schemas.microsoft.com/office/drawing/2014/main" id="{07B74370-E43C-9DEF-81C3-9A68056A12BB}"/>
              </a:ext>
            </a:extLst>
          </p:cNvPr>
          <p:cNvSpPr txBox="1">
            <a:spLocks/>
          </p:cNvSpPr>
          <p:nvPr/>
        </p:nvSpPr>
        <p:spPr>
          <a:xfrm>
            <a:off x="1240365" y="2560686"/>
            <a:ext cx="6447369" cy="1372647"/>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371464">
              <a:lnSpc>
                <a:spcPct val="100000"/>
              </a:lnSpc>
              <a:spcBef>
                <a:spcPts val="1500"/>
              </a:spcBef>
              <a:defRPr/>
            </a:pPr>
            <a:r>
              <a:rPr lang="en-US" sz="2400" dirty="0">
                <a:solidFill>
                  <a:srgbClr val="232824">
                    <a:lumMod val="25000"/>
                    <a:lumOff val="75000"/>
                  </a:srgbClr>
                </a:solidFill>
                <a:cs typeface="Aptos" pitchFamily="2" charset="77"/>
              </a:rPr>
              <a:t>The built-in agents are designed to support a wide range of needs with performance and generalization in mind.</a:t>
            </a:r>
          </a:p>
        </p:txBody>
      </p:sp>
      <p:grpSp>
        <p:nvGrpSpPr>
          <p:cNvPr id="53" name="Google Shape;987;p62">
            <a:extLst>
              <a:ext uri="{FF2B5EF4-FFF2-40B4-BE49-F238E27FC236}">
                <a16:creationId xmlns:a16="http://schemas.microsoft.com/office/drawing/2014/main" id="{5357C7EE-8895-865B-0AFD-05D0726B94C5}"/>
              </a:ext>
              <a:ext uri="{C183D7F6-B498-43B3-948B-1728B52AA6E4}">
                <adec:decorative xmlns:adec="http://schemas.microsoft.com/office/drawing/2017/decorative" val="1"/>
              </a:ext>
            </a:extLst>
          </p:cNvPr>
          <p:cNvGrpSpPr/>
          <p:nvPr/>
        </p:nvGrpSpPr>
        <p:grpSpPr>
          <a:xfrm>
            <a:off x="9877054" y="1369947"/>
            <a:ext cx="1018766" cy="808710"/>
            <a:chOff x="3358100" y="803325"/>
            <a:chExt cx="63250" cy="50200"/>
          </a:xfrm>
          <a:solidFill>
            <a:schemeClr val="tx1"/>
          </a:solidFill>
        </p:grpSpPr>
        <p:sp>
          <p:nvSpPr>
            <p:cNvPr id="54" name="Google Shape;988;p62">
              <a:extLst>
                <a:ext uri="{FF2B5EF4-FFF2-40B4-BE49-F238E27FC236}">
                  <a16:creationId xmlns:a16="http://schemas.microsoft.com/office/drawing/2014/main" id="{461E154B-2B9E-88B1-62BE-408878E9DA8F}"/>
                </a:ext>
              </a:extLst>
            </p:cNvPr>
            <p:cNvSpPr/>
            <p:nvPr/>
          </p:nvSpPr>
          <p:spPr>
            <a:xfrm>
              <a:off x="3358100" y="803325"/>
              <a:ext cx="47450" cy="50200"/>
            </a:xfrm>
            <a:custGeom>
              <a:avLst/>
              <a:gdLst/>
              <a:ahLst/>
              <a:cxnLst/>
              <a:rect l="l" t="t" r="r" b="b"/>
              <a:pathLst>
                <a:path w="1898" h="2008" extrusionOk="0">
                  <a:moveTo>
                    <a:pt x="371" y="583"/>
                  </a:moveTo>
                  <a:cubicBezTo>
                    <a:pt x="371" y="262"/>
                    <a:pt x="633" y="1"/>
                    <a:pt x="953" y="1"/>
                  </a:cubicBezTo>
                  <a:cubicBezTo>
                    <a:pt x="1265" y="1"/>
                    <a:pt x="1526" y="262"/>
                    <a:pt x="1526" y="583"/>
                  </a:cubicBezTo>
                  <a:cubicBezTo>
                    <a:pt x="1526" y="785"/>
                    <a:pt x="1425" y="954"/>
                    <a:pt x="1273" y="1063"/>
                  </a:cubicBezTo>
                  <a:cubicBezTo>
                    <a:pt x="1628" y="1190"/>
                    <a:pt x="1889" y="1527"/>
                    <a:pt x="1897" y="1923"/>
                  </a:cubicBezTo>
                  <a:cubicBezTo>
                    <a:pt x="1897" y="1966"/>
                    <a:pt x="1864" y="2008"/>
                    <a:pt x="1822" y="2008"/>
                  </a:cubicBezTo>
                  <a:cubicBezTo>
                    <a:pt x="1779" y="2008"/>
                    <a:pt x="1737" y="1974"/>
                    <a:pt x="1737" y="1932"/>
                  </a:cubicBezTo>
                  <a:cubicBezTo>
                    <a:pt x="1729" y="1502"/>
                    <a:pt x="1375" y="1164"/>
                    <a:pt x="953" y="1164"/>
                  </a:cubicBezTo>
                  <a:cubicBezTo>
                    <a:pt x="523" y="1164"/>
                    <a:pt x="169" y="1502"/>
                    <a:pt x="160" y="1932"/>
                  </a:cubicBezTo>
                  <a:cubicBezTo>
                    <a:pt x="160" y="1974"/>
                    <a:pt x="118" y="2008"/>
                    <a:pt x="76" y="2008"/>
                  </a:cubicBezTo>
                  <a:cubicBezTo>
                    <a:pt x="34" y="2008"/>
                    <a:pt x="0" y="1966"/>
                    <a:pt x="0" y="1923"/>
                  </a:cubicBezTo>
                  <a:cubicBezTo>
                    <a:pt x="8" y="1527"/>
                    <a:pt x="270" y="1190"/>
                    <a:pt x="624" y="1063"/>
                  </a:cubicBezTo>
                  <a:cubicBezTo>
                    <a:pt x="472" y="954"/>
                    <a:pt x="371" y="785"/>
                    <a:pt x="371" y="583"/>
                  </a:cubicBezTo>
                  <a:close/>
                  <a:moveTo>
                    <a:pt x="953" y="161"/>
                  </a:moveTo>
                  <a:cubicBezTo>
                    <a:pt x="717" y="161"/>
                    <a:pt x="531" y="346"/>
                    <a:pt x="531" y="583"/>
                  </a:cubicBezTo>
                  <a:cubicBezTo>
                    <a:pt x="531" y="819"/>
                    <a:pt x="717" y="1004"/>
                    <a:pt x="953" y="1004"/>
                  </a:cubicBezTo>
                  <a:cubicBezTo>
                    <a:pt x="1181" y="1004"/>
                    <a:pt x="1375" y="819"/>
                    <a:pt x="1375" y="583"/>
                  </a:cubicBezTo>
                  <a:cubicBezTo>
                    <a:pt x="1375" y="346"/>
                    <a:pt x="1181" y="161"/>
                    <a:pt x="953" y="161"/>
                  </a:cubicBezTo>
                  <a:close/>
                </a:path>
              </a:pathLst>
            </a:custGeom>
            <a:grpFill/>
            <a:ln>
              <a:noFill/>
            </a:ln>
          </p:spPr>
          <p:txBody>
            <a:bodyPr spcFirstLastPara="1" wrap="square" lIns="182850" tIns="182850" rIns="182850" bIns="182850" anchor="ctr" anchorCtr="0">
              <a:noAutofit/>
            </a:bodyPr>
            <a:lstStyle/>
            <a:p>
              <a:pPr defTabSz="1828572">
                <a:buClr>
                  <a:srgbClr val="000000"/>
                </a:buClr>
                <a:defRPr/>
              </a:pPr>
              <a:endParaRPr sz="2801" kern="0">
                <a:solidFill>
                  <a:srgbClr val="000000"/>
                </a:solidFill>
                <a:latin typeface="Aptos" pitchFamily="2" charset="77"/>
                <a:cs typeface="Arial"/>
                <a:sym typeface="Arial"/>
              </a:endParaRPr>
            </a:p>
          </p:txBody>
        </p:sp>
        <p:sp>
          <p:nvSpPr>
            <p:cNvPr id="55" name="Google Shape;989;p62">
              <a:extLst>
                <a:ext uri="{FF2B5EF4-FFF2-40B4-BE49-F238E27FC236}">
                  <a16:creationId xmlns:a16="http://schemas.microsoft.com/office/drawing/2014/main" id="{6CC85088-15CA-7987-F0CC-8905D937887D}"/>
                </a:ext>
              </a:extLst>
            </p:cNvPr>
            <p:cNvSpPr/>
            <p:nvPr/>
          </p:nvSpPr>
          <p:spPr>
            <a:xfrm>
              <a:off x="3400050" y="813875"/>
              <a:ext cx="21300" cy="39650"/>
            </a:xfrm>
            <a:custGeom>
              <a:avLst/>
              <a:gdLst/>
              <a:ahLst/>
              <a:cxnLst/>
              <a:rect l="l" t="t" r="r" b="b"/>
              <a:pathLst>
                <a:path w="852" h="1586" extrusionOk="0">
                  <a:moveTo>
                    <a:pt x="144" y="0"/>
                  </a:moveTo>
                  <a:cubicBezTo>
                    <a:pt x="118" y="0"/>
                    <a:pt x="101" y="0"/>
                    <a:pt x="76" y="9"/>
                  </a:cubicBezTo>
                  <a:cubicBezTo>
                    <a:pt x="34" y="17"/>
                    <a:pt x="0" y="51"/>
                    <a:pt x="9" y="93"/>
                  </a:cubicBezTo>
                  <a:cubicBezTo>
                    <a:pt x="16" y="137"/>
                    <a:pt x="49" y="162"/>
                    <a:pt x="85" y="162"/>
                  </a:cubicBezTo>
                  <a:cubicBezTo>
                    <a:pt x="91" y="162"/>
                    <a:pt x="96" y="162"/>
                    <a:pt x="101" y="161"/>
                  </a:cubicBezTo>
                  <a:lnTo>
                    <a:pt x="144" y="161"/>
                  </a:lnTo>
                  <a:cubicBezTo>
                    <a:pt x="321" y="161"/>
                    <a:pt x="464" y="304"/>
                    <a:pt x="464" y="481"/>
                  </a:cubicBezTo>
                  <a:cubicBezTo>
                    <a:pt x="464" y="608"/>
                    <a:pt x="397" y="709"/>
                    <a:pt x="287" y="768"/>
                  </a:cubicBezTo>
                  <a:lnTo>
                    <a:pt x="245" y="785"/>
                  </a:lnTo>
                  <a:lnTo>
                    <a:pt x="245" y="962"/>
                  </a:lnTo>
                  <a:lnTo>
                    <a:pt x="304" y="979"/>
                  </a:lnTo>
                  <a:cubicBezTo>
                    <a:pt x="531" y="1046"/>
                    <a:pt x="692" y="1257"/>
                    <a:pt x="692" y="1501"/>
                  </a:cubicBezTo>
                  <a:cubicBezTo>
                    <a:pt x="692" y="1552"/>
                    <a:pt x="725" y="1586"/>
                    <a:pt x="768" y="1586"/>
                  </a:cubicBezTo>
                  <a:cubicBezTo>
                    <a:pt x="818" y="1586"/>
                    <a:pt x="852" y="1552"/>
                    <a:pt x="852" y="1501"/>
                  </a:cubicBezTo>
                  <a:cubicBezTo>
                    <a:pt x="852" y="1215"/>
                    <a:pt x="675" y="970"/>
                    <a:pt x="430" y="861"/>
                  </a:cubicBezTo>
                  <a:cubicBezTo>
                    <a:pt x="548" y="776"/>
                    <a:pt x="624" y="633"/>
                    <a:pt x="624" y="481"/>
                  </a:cubicBezTo>
                  <a:cubicBezTo>
                    <a:pt x="624" y="220"/>
                    <a:pt x="405" y="0"/>
                    <a:pt x="144" y="0"/>
                  </a:cubicBezTo>
                  <a:close/>
                </a:path>
              </a:pathLst>
            </a:custGeom>
            <a:grpFill/>
            <a:ln>
              <a:noFill/>
            </a:ln>
          </p:spPr>
          <p:txBody>
            <a:bodyPr spcFirstLastPara="1" wrap="square" lIns="182850" tIns="182850" rIns="182850" bIns="182850" anchor="ctr" anchorCtr="0">
              <a:noAutofit/>
            </a:bodyPr>
            <a:lstStyle/>
            <a:p>
              <a:pPr defTabSz="1828572">
                <a:buClr>
                  <a:srgbClr val="000000"/>
                </a:buClr>
                <a:defRPr/>
              </a:pPr>
              <a:endParaRPr sz="2801" kern="0">
                <a:solidFill>
                  <a:srgbClr val="000000"/>
                </a:solidFill>
                <a:latin typeface="Aptos" pitchFamily="2" charset="77"/>
                <a:cs typeface="Arial"/>
                <a:sym typeface="Arial"/>
              </a:endParaRPr>
            </a:p>
          </p:txBody>
        </p:sp>
      </p:grpSp>
      <p:grpSp>
        <p:nvGrpSpPr>
          <p:cNvPr id="56" name="Google Shape;1693;p69">
            <a:extLst>
              <a:ext uri="{FF2B5EF4-FFF2-40B4-BE49-F238E27FC236}">
                <a16:creationId xmlns:a16="http://schemas.microsoft.com/office/drawing/2014/main" id="{DD551FE6-E4FB-19E3-A8EC-95B6886C2A59}"/>
              </a:ext>
              <a:ext uri="{C183D7F6-B498-43B3-948B-1728B52AA6E4}">
                <adec:decorative xmlns:adec="http://schemas.microsoft.com/office/drawing/2017/decorative" val="1"/>
              </a:ext>
            </a:extLst>
          </p:cNvPr>
          <p:cNvGrpSpPr>
            <a:grpSpLocks noChangeAspect="1"/>
          </p:cNvGrpSpPr>
          <p:nvPr/>
        </p:nvGrpSpPr>
        <p:grpSpPr>
          <a:xfrm>
            <a:off x="1393729" y="1307270"/>
            <a:ext cx="968837" cy="808710"/>
            <a:chOff x="690700" y="246575"/>
            <a:chExt cx="6228425" cy="5199000"/>
          </a:xfrm>
        </p:grpSpPr>
        <p:sp>
          <p:nvSpPr>
            <p:cNvPr id="57" name="Google Shape;1694;p69">
              <a:extLst>
                <a:ext uri="{FF2B5EF4-FFF2-40B4-BE49-F238E27FC236}">
                  <a16:creationId xmlns:a16="http://schemas.microsoft.com/office/drawing/2014/main" id="{18414DD1-CB28-3501-B053-ABE8EDDD31FE}"/>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82850" tIns="182850" rIns="182850" bIns="182850" anchor="ctr" anchorCtr="0">
              <a:noAutofit/>
            </a:bodyPr>
            <a:lstStyle/>
            <a:p>
              <a:pPr defTabSz="1371464">
                <a:defRPr/>
              </a:pPr>
              <a:endParaRPr sz="3600">
                <a:solidFill>
                  <a:srgbClr val="FFFFFF"/>
                </a:solidFill>
                <a:latin typeface="Aptos" pitchFamily="2" charset="77"/>
              </a:endParaRPr>
            </a:p>
          </p:txBody>
        </p:sp>
        <p:sp>
          <p:nvSpPr>
            <p:cNvPr id="58" name="Google Shape;1695;p69">
              <a:extLst>
                <a:ext uri="{FF2B5EF4-FFF2-40B4-BE49-F238E27FC236}">
                  <a16:creationId xmlns:a16="http://schemas.microsoft.com/office/drawing/2014/main" id="{A616C193-8219-8EE6-B2BA-45E28B7EB395}"/>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82850" tIns="182850" rIns="182850" bIns="182850" anchor="ctr" anchorCtr="0">
              <a:noAutofit/>
            </a:bodyPr>
            <a:lstStyle/>
            <a:p>
              <a:pPr defTabSz="1371464">
                <a:defRPr/>
              </a:pPr>
              <a:endParaRPr sz="3600">
                <a:solidFill>
                  <a:srgbClr val="FFFFFF"/>
                </a:solidFill>
                <a:latin typeface="Aptos" pitchFamily="2" charset="77"/>
              </a:endParaRPr>
            </a:p>
          </p:txBody>
        </p:sp>
        <p:sp>
          <p:nvSpPr>
            <p:cNvPr id="59" name="Google Shape;1696;p69">
              <a:extLst>
                <a:ext uri="{FF2B5EF4-FFF2-40B4-BE49-F238E27FC236}">
                  <a16:creationId xmlns:a16="http://schemas.microsoft.com/office/drawing/2014/main" id="{BBC6036E-36B6-A3AC-0512-94CF65282649}"/>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82850" tIns="182850" rIns="182850" bIns="182850" anchor="ctr" anchorCtr="0">
              <a:noAutofit/>
            </a:bodyPr>
            <a:lstStyle/>
            <a:p>
              <a:pPr defTabSz="1371464">
                <a:defRPr/>
              </a:pPr>
              <a:endParaRPr sz="3600">
                <a:solidFill>
                  <a:srgbClr val="FFFFFF"/>
                </a:solidFill>
                <a:latin typeface="Aptos" pitchFamily="2" charset="77"/>
              </a:endParaRPr>
            </a:p>
          </p:txBody>
        </p:sp>
      </p:grpSp>
      <p:sp>
        <p:nvSpPr>
          <p:cNvPr id="3" name="Text 1">
            <a:extLst>
              <a:ext uri="{FF2B5EF4-FFF2-40B4-BE49-F238E27FC236}">
                <a16:creationId xmlns:a16="http://schemas.microsoft.com/office/drawing/2014/main" id="{59149E4D-36F0-073C-6820-EBCCE3806920}"/>
              </a:ext>
            </a:extLst>
          </p:cNvPr>
          <p:cNvSpPr/>
          <p:nvPr/>
        </p:nvSpPr>
        <p:spPr>
          <a:xfrm>
            <a:off x="9713594" y="2706636"/>
            <a:ext cx="7529195" cy="54864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solidFill>
                  <a:srgbClr val="232824">
                    <a:lumMod val="25000"/>
                    <a:lumOff val="75000"/>
                  </a:srgbClr>
                </a:solidFill>
                <a:latin typeface="Aptos" pitchFamily="2" charset="77"/>
                <a:cs typeface="Aptos" pitchFamily="2" charset="77"/>
              </a:rPr>
              <a:t>Create an .</a:t>
            </a:r>
            <a:r>
              <a:rPr lang="en-US" err="1">
                <a:solidFill>
                  <a:srgbClr val="232824">
                    <a:lumMod val="25000"/>
                    <a:lumOff val="75000"/>
                  </a:srgbClr>
                </a:solidFill>
                <a:latin typeface="Aptos" pitchFamily="2" charset="77"/>
                <a:cs typeface="Aptos" pitchFamily="2" charset="77"/>
              </a:rPr>
              <a:t>agent.md</a:t>
            </a:r>
            <a:r>
              <a:rPr lang="en-US">
                <a:solidFill>
                  <a:srgbClr val="232824">
                    <a:lumMod val="25000"/>
                    <a:lumOff val="75000"/>
                  </a:srgbClr>
                </a:solidFill>
                <a:latin typeface="Aptos" pitchFamily="2" charset="77"/>
                <a:cs typeface="Aptos" pitchFamily="2" charset="77"/>
              </a:rPr>
              <a:t> file in .</a:t>
            </a:r>
            <a:r>
              <a:rPr lang="en-US" err="1">
                <a:solidFill>
                  <a:srgbClr val="232824">
                    <a:lumMod val="25000"/>
                    <a:lumOff val="75000"/>
                  </a:srgbClr>
                </a:solidFill>
                <a:latin typeface="Aptos" pitchFamily="2" charset="77"/>
                <a:cs typeface="Aptos" pitchFamily="2" charset="77"/>
              </a:rPr>
              <a:t>github</a:t>
            </a:r>
            <a:r>
              <a:rPr lang="en-US">
                <a:solidFill>
                  <a:srgbClr val="232824">
                    <a:lumMod val="25000"/>
                    <a:lumOff val="75000"/>
                  </a:srgbClr>
                </a:solidFill>
                <a:latin typeface="Aptos" pitchFamily="2" charset="77"/>
                <a:cs typeface="Aptos" pitchFamily="2" charset="77"/>
              </a:rPr>
              <a:t>/agents/ or ~/.</a:t>
            </a:r>
            <a:r>
              <a:rPr lang="en-US" err="1">
                <a:solidFill>
                  <a:srgbClr val="232824">
                    <a:lumMod val="25000"/>
                    <a:lumOff val="75000"/>
                  </a:srgbClr>
                </a:solidFill>
                <a:latin typeface="Aptos" pitchFamily="2" charset="77"/>
                <a:cs typeface="Aptos" pitchFamily="2" charset="77"/>
              </a:rPr>
              <a:t>github</a:t>
            </a:r>
            <a:r>
              <a:rPr lang="en-US">
                <a:solidFill>
                  <a:srgbClr val="232824">
                    <a:lumMod val="25000"/>
                    <a:lumOff val="75000"/>
                  </a:srgbClr>
                </a:solidFill>
                <a:latin typeface="Aptos" pitchFamily="2" charset="77"/>
                <a:cs typeface="Aptos" pitchFamily="2" charset="77"/>
              </a:rPr>
              <a:t>/agents/ to get started.</a:t>
            </a:r>
          </a:p>
        </p:txBody>
      </p:sp>
      <p:sp>
        <p:nvSpPr>
          <p:cNvPr id="4" name="Shape 2">
            <a:extLst>
              <a:ext uri="{FF2B5EF4-FFF2-40B4-BE49-F238E27FC236}">
                <a16:creationId xmlns:a16="http://schemas.microsoft.com/office/drawing/2014/main" id="{2CBD786C-96E9-4CCC-0690-62CBA54E0A48}"/>
              </a:ext>
            </a:extLst>
          </p:cNvPr>
          <p:cNvSpPr/>
          <p:nvPr/>
        </p:nvSpPr>
        <p:spPr>
          <a:xfrm>
            <a:off x="9877054" y="3570240"/>
            <a:ext cx="6683747" cy="1905000"/>
          </a:xfrm>
          <a:prstGeom prst="rect">
            <a:avLst/>
          </a:prstGeom>
          <a:solidFill>
            <a:srgbClr val="F6F8FA"/>
          </a:solidFill>
          <a:ln w="12700">
            <a:solidFill>
              <a:srgbClr val="D0D7DE"/>
            </a:solidFill>
            <a:prstDash val="solid"/>
          </a:ln>
        </p:spPr>
        <p:txBody>
          <a:bodyPr/>
          <a:lstStyle/>
          <a:p>
            <a:endParaRPr lang="en-US" sz="1200"/>
          </a:p>
        </p:txBody>
      </p:sp>
      <p:sp>
        <p:nvSpPr>
          <p:cNvPr id="5" name="Text 3">
            <a:extLst>
              <a:ext uri="{FF2B5EF4-FFF2-40B4-BE49-F238E27FC236}">
                <a16:creationId xmlns:a16="http://schemas.microsoft.com/office/drawing/2014/main" id="{5F280FE8-F978-7FEA-3976-ED89A1DBA7E4}"/>
              </a:ext>
            </a:extLst>
          </p:cNvPr>
          <p:cNvSpPr/>
          <p:nvPr/>
        </p:nvSpPr>
        <p:spPr>
          <a:xfrm>
            <a:off x="9877052" y="3585807"/>
            <a:ext cx="7102968" cy="180951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200">
                <a:solidFill>
                  <a:srgbClr val="24292F"/>
                </a:solidFill>
                <a:latin typeface="Courier New" pitchFamily="34" charset="0"/>
                <a:ea typeface="Courier New" pitchFamily="34" charset="-122"/>
                <a:cs typeface="Courier New" pitchFamily="34" charset="-120"/>
              </a:rPr>
              <a:t>---</a:t>
            </a:r>
            <a:endParaRPr lang="en-US" sz="1200"/>
          </a:p>
          <a:p>
            <a:r>
              <a:rPr lang="en-US" sz="1200">
                <a:solidFill>
                  <a:srgbClr val="24292F"/>
                </a:solidFill>
                <a:latin typeface="Courier New" pitchFamily="34" charset="0"/>
                <a:ea typeface="Courier New" pitchFamily="34" charset="-122"/>
                <a:cs typeface="Courier New" pitchFamily="34" charset="-120"/>
              </a:rPr>
              <a:t>name: Display Name</a:t>
            </a:r>
            <a:endParaRPr lang="en-US" sz="1200"/>
          </a:p>
          <a:p>
            <a:r>
              <a:rPr lang="en-US" sz="1200">
                <a:solidFill>
                  <a:srgbClr val="24292F"/>
                </a:solidFill>
                <a:latin typeface="Courier New" pitchFamily="34" charset="0"/>
                <a:ea typeface="Courier New" pitchFamily="34" charset="-122"/>
                <a:cs typeface="Courier New" pitchFamily="34" charset="-120"/>
              </a:rPr>
              <a:t>description: What the agent does (required)</a:t>
            </a:r>
            <a:endParaRPr lang="en-US" sz="1200"/>
          </a:p>
          <a:p>
            <a:r>
              <a:rPr lang="en-US" sz="1200">
                <a:solidFill>
                  <a:srgbClr val="24292F"/>
                </a:solidFill>
                <a:latin typeface="Courier New" pitchFamily="34" charset="0"/>
                <a:ea typeface="Courier New" pitchFamily="34" charset="-122"/>
                <a:cs typeface="Courier New" pitchFamily="34" charset="-120"/>
              </a:rPr>
              <a:t>tools: ["*"]  # Optional - defaults to all tools</a:t>
            </a:r>
            <a:endParaRPr lang="en-US" sz="1200"/>
          </a:p>
          <a:p>
            <a:r>
              <a:rPr lang="en-US" sz="1200">
                <a:solidFill>
                  <a:srgbClr val="24292F"/>
                </a:solidFill>
                <a:latin typeface="Courier New" pitchFamily="34" charset="0"/>
                <a:ea typeface="Courier New" pitchFamily="34" charset="-122"/>
                <a:cs typeface="Courier New" pitchFamily="34" charset="-120"/>
              </a:rPr>
              <a:t>mcp-servers:  # Optional</a:t>
            </a:r>
            <a:endParaRPr lang="en-US" sz="1200"/>
          </a:p>
          <a:p>
            <a:r>
              <a:rPr lang="en-US" sz="1200">
                <a:solidFill>
                  <a:srgbClr val="24292F"/>
                </a:solidFill>
                <a:latin typeface="Courier New" pitchFamily="34" charset="0"/>
                <a:ea typeface="Courier New" pitchFamily="34" charset="-122"/>
                <a:cs typeface="Courier New" pitchFamily="34" charset="-120"/>
              </a:rPr>
              <a:t>  server-name:</a:t>
            </a:r>
            <a:endParaRPr lang="en-US" sz="1200"/>
          </a:p>
          <a:p>
            <a:r>
              <a:rPr lang="en-US" sz="1200">
                <a:solidFill>
                  <a:srgbClr val="24292F"/>
                </a:solidFill>
                <a:latin typeface="Courier New" pitchFamily="34" charset="0"/>
                <a:ea typeface="Courier New" pitchFamily="34" charset="-122"/>
                <a:cs typeface="Courier New" pitchFamily="34" charset="-120"/>
              </a:rPr>
              <a:t>    command: npx</a:t>
            </a:r>
            <a:endParaRPr lang="en-US" sz="1200"/>
          </a:p>
          <a:p>
            <a:r>
              <a:rPr lang="en-US" sz="1200">
                <a:solidFill>
                  <a:srgbClr val="24292F"/>
                </a:solidFill>
                <a:latin typeface="Courier New" pitchFamily="34" charset="0"/>
                <a:ea typeface="Courier New" pitchFamily="34" charset="-122"/>
                <a:cs typeface="Courier New" pitchFamily="34" charset="-120"/>
              </a:rPr>
              <a:t>    args: ["@some/mcp-server"]</a:t>
            </a:r>
            <a:endParaRPr lang="en-US" sz="1200"/>
          </a:p>
          <a:p>
            <a:r>
              <a:rPr lang="en-US" sz="1200">
                <a:solidFill>
                  <a:srgbClr val="24292F"/>
                </a:solidFill>
                <a:latin typeface="Courier New" pitchFamily="34" charset="0"/>
                <a:ea typeface="Courier New" pitchFamily="34" charset="-122"/>
                <a:cs typeface="Courier New" pitchFamily="34" charset="-120"/>
              </a:rPr>
              <a:t>---</a:t>
            </a:r>
            <a:endParaRPr lang="en-US" sz="1200"/>
          </a:p>
          <a:p>
            <a:r>
              <a:rPr lang="en-US" sz="1200">
                <a:solidFill>
                  <a:srgbClr val="24292F"/>
                </a:solidFill>
                <a:latin typeface="Courier New" pitchFamily="34" charset="0"/>
                <a:ea typeface="Courier New" pitchFamily="34" charset="-122"/>
                <a:cs typeface="Courier New" pitchFamily="34" charset="-120"/>
              </a:rPr>
              <a:t># Agent Instructions</a:t>
            </a:r>
            <a:endParaRPr lang="en-US" sz="1200"/>
          </a:p>
        </p:txBody>
      </p:sp>
      <p:sp>
        <p:nvSpPr>
          <p:cNvPr id="6" name="Text 4">
            <a:extLst>
              <a:ext uri="{FF2B5EF4-FFF2-40B4-BE49-F238E27FC236}">
                <a16:creationId xmlns:a16="http://schemas.microsoft.com/office/drawing/2014/main" id="{FA1C482C-0199-F814-49D5-93DD8670D058}"/>
              </a:ext>
            </a:extLst>
          </p:cNvPr>
          <p:cNvSpPr/>
          <p:nvPr/>
        </p:nvSpPr>
        <p:spPr>
          <a:xfrm>
            <a:off x="9713595" y="5606951"/>
            <a:ext cx="16459200" cy="6400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b="1"/>
              <a:t>Frontmatter Fields</a:t>
            </a:r>
            <a:endParaRPr lang="en-US"/>
          </a:p>
        </p:txBody>
      </p:sp>
      <p:graphicFrame>
        <p:nvGraphicFramePr>
          <p:cNvPr id="7" name="Table 0">
            <a:extLst>
              <a:ext uri="{FF2B5EF4-FFF2-40B4-BE49-F238E27FC236}">
                <a16:creationId xmlns:a16="http://schemas.microsoft.com/office/drawing/2014/main" id="{EDC5D2DC-9814-073B-8125-332B1F019FAA}"/>
              </a:ext>
            </a:extLst>
          </p:cNvPr>
          <p:cNvGraphicFramePr>
            <a:graphicFrameLocks noGrp="1"/>
          </p:cNvGraphicFramePr>
          <p:nvPr/>
        </p:nvGraphicFramePr>
        <p:xfrm>
          <a:off x="9877052" y="6247031"/>
          <a:ext cx="6683748" cy="3048000"/>
        </p:xfrm>
        <a:graphic>
          <a:graphicData uri="http://schemas.openxmlformats.org/drawingml/2006/table">
            <a:tbl>
              <a:tblPr/>
              <a:tblGrid>
                <a:gridCol w="1383615">
                  <a:extLst>
                    <a:ext uri="{9D8B030D-6E8A-4147-A177-3AD203B41FA5}">
                      <a16:colId xmlns:a16="http://schemas.microsoft.com/office/drawing/2014/main" val="20000"/>
                    </a:ext>
                  </a:extLst>
                </a:gridCol>
                <a:gridCol w="1134534">
                  <a:extLst>
                    <a:ext uri="{9D8B030D-6E8A-4147-A177-3AD203B41FA5}">
                      <a16:colId xmlns:a16="http://schemas.microsoft.com/office/drawing/2014/main" val="20001"/>
                    </a:ext>
                  </a:extLst>
                </a:gridCol>
                <a:gridCol w="4165599">
                  <a:extLst>
                    <a:ext uri="{9D8B030D-6E8A-4147-A177-3AD203B41FA5}">
                      <a16:colId xmlns:a16="http://schemas.microsoft.com/office/drawing/2014/main" val="20002"/>
                    </a:ext>
                  </a:extLst>
                </a:gridCol>
              </a:tblGrid>
              <a:tr h="487680">
                <a:tc>
                  <a:txBody>
                    <a:bodyPr/>
                    <a:lstStyle/>
                    <a:p>
                      <a:pPr marL="0" indent="0">
                        <a:buNone/>
                      </a:pPr>
                      <a:r>
                        <a:rPr lang="en-US" sz="1400" b="1">
                          <a:solidFill>
                            <a:schemeClr val="tx1"/>
                          </a:solidFill>
                        </a:rPr>
                        <a:t>Field</a:t>
                      </a:r>
                      <a:endParaRPr lang="en-US" sz="1400">
                        <a:solidFill>
                          <a:schemeClr val="tx1"/>
                        </a:solidFill>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marL="0" indent="0">
                        <a:buNone/>
                      </a:pPr>
                      <a:r>
                        <a:rPr lang="en-US" sz="1400" b="1">
                          <a:solidFill>
                            <a:schemeClr val="tx1"/>
                          </a:solidFill>
                        </a:rPr>
                        <a:t>Required</a:t>
                      </a:r>
                      <a:endParaRPr lang="en-US" sz="1400">
                        <a:solidFill>
                          <a:schemeClr val="tx1"/>
                        </a:solidFill>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marL="0" indent="0">
                        <a:buNone/>
                      </a:pPr>
                      <a:r>
                        <a:rPr lang="en-US" sz="1400" b="1">
                          <a:solidFill>
                            <a:schemeClr val="tx1"/>
                          </a:solidFill>
                        </a:rPr>
                        <a:t>Description</a:t>
                      </a:r>
                      <a:endParaRPr lang="en-US" sz="1400">
                        <a:solidFill>
                          <a:schemeClr val="tx1"/>
                        </a:solidFill>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10000"/>
                  </a:ext>
                </a:extLst>
              </a:tr>
              <a:tr h="487680">
                <a:tc>
                  <a:txBody>
                    <a:bodyPr/>
                    <a:lstStyle/>
                    <a:p>
                      <a:pPr marL="0" indent="0">
                        <a:buNone/>
                      </a:pPr>
                      <a:r>
                        <a:rPr lang="en-US" sz="1400">
                          <a:solidFill>
                            <a:schemeClr val="tx1"/>
                          </a:solidFill>
                        </a:rPr>
                        <a:t>name</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a:solidFill>
                            <a:schemeClr val="tx1"/>
                          </a:solidFill>
                        </a:rPr>
                        <a:t>No</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a:solidFill>
                            <a:schemeClr val="tx1"/>
                          </a:solidFill>
                        </a:rPr>
                        <a:t>Display name (defaults to filename)</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87680">
                <a:tc>
                  <a:txBody>
                    <a:bodyPr/>
                    <a:lstStyle/>
                    <a:p>
                      <a:pPr marL="0" indent="0">
                        <a:buNone/>
                      </a:pPr>
                      <a:r>
                        <a:rPr lang="en-US" sz="1400">
                          <a:solidFill>
                            <a:schemeClr val="tx1"/>
                          </a:solidFill>
                        </a:rPr>
                        <a:t>description</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a:solidFill>
                            <a:schemeClr val="tx1"/>
                          </a:solidFill>
                        </a:rPr>
                        <a:t>Yes</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a:solidFill>
                            <a:schemeClr val="tx1"/>
                          </a:solidFill>
                        </a:rPr>
                        <a:t>Describes when to invoke the agent</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87680">
                <a:tc>
                  <a:txBody>
                    <a:bodyPr/>
                    <a:lstStyle/>
                    <a:p>
                      <a:pPr marL="0" indent="0">
                        <a:buNone/>
                      </a:pPr>
                      <a:r>
                        <a:rPr lang="en-US" sz="1400">
                          <a:solidFill>
                            <a:schemeClr val="tx1"/>
                          </a:solidFill>
                        </a:rPr>
                        <a:t>tools</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a:solidFill>
                            <a:schemeClr val="tx1"/>
                          </a:solidFill>
                        </a:rPr>
                        <a:t>No</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a:solidFill>
                            <a:schemeClr val="tx1"/>
                          </a:solidFill>
                        </a:rPr>
                        <a:t>Array of allowed tools (default: all)</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87680">
                <a:tc>
                  <a:txBody>
                    <a:bodyPr/>
                    <a:lstStyle/>
                    <a:p>
                      <a:pPr marL="0" indent="0">
                        <a:buNone/>
                      </a:pPr>
                      <a:r>
                        <a:rPr lang="en-US" sz="1400">
                          <a:solidFill>
                            <a:schemeClr val="tx1"/>
                          </a:solidFill>
                        </a:rPr>
                        <a:t>mcp-servers</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a:solidFill>
                            <a:schemeClr val="tx1"/>
                          </a:solidFill>
                        </a:rPr>
                        <a:t>No</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a:solidFill>
                            <a:schemeClr val="tx1"/>
                          </a:solidFill>
                        </a:rPr>
                        <a:t>MCP server configuration</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87680">
                <a:tc>
                  <a:txBody>
                    <a:bodyPr/>
                    <a:lstStyle/>
                    <a:p>
                      <a:pPr marL="0" indent="0">
                        <a:buNone/>
                      </a:pPr>
                      <a:r>
                        <a:rPr lang="en-US" sz="1400">
                          <a:solidFill>
                            <a:schemeClr val="tx1"/>
                          </a:solidFill>
                        </a:rPr>
                        <a:t>infer</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a:solidFill>
                            <a:schemeClr val="tx1"/>
                          </a:solidFill>
                        </a:rPr>
                        <a:t>No</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1400" dirty="0">
                          <a:solidFill>
                            <a:schemeClr val="tx1"/>
                          </a:solidFill>
                        </a:rPr>
                        <a:t>Whether agent can be auto-invoked (default: true)</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4" name="TextBox 13">
            <a:extLst>
              <a:ext uri="{FF2B5EF4-FFF2-40B4-BE49-F238E27FC236}">
                <a16:creationId xmlns:a16="http://schemas.microsoft.com/office/drawing/2014/main" id="{AD7D1779-F11D-B745-A48E-9E358CAF5B59}"/>
              </a:ext>
            </a:extLst>
          </p:cNvPr>
          <p:cNvSpPr txBox="1"/>
          <p:nvPr/>
        </p:nvSpPr>
        <p:spPr>
          <a:xfrm>
            <a:off x="9877052" y="9217151"/>
            <a:ext cx="4532939" cy="323165"/>
          </a:xfrm>
          <a:prstGeom prst="rect">
            <a:avLst/>
          </a:prstGeom>
          <a:noFill/>
        </p:spPr>
        <p:txBody>
          <a:bodyPr wrap="square">
            <a:spAutoFit/>
          </a:bodyPr>
          <a:lstStyle/>
          <a:p>
            <a:r>
              <a:rPr lang="en-US" sz="1500" dirty="0">
                <a:latin typeface="Aptos" pitchFamily="2" charset="77"/>
                <a:cs typeface="Aptos" pitchFamily="2" charset="77"/>
              </a:rPr>
              <a:t>* More details on our Custom Agents </a:t>
            </a:r>
            <a:r>
              <a:rPr lang="en-US" sz="1500" dirty="0">
                <a:latin typeface="Aptos" pitchFamily="2" charset="77"/>
                <a:cs typeface="Aptos" pitchFamily="2" charset="77"/>
                <a:hlinkClick r:id="rId3"/>
              </a:rPr>
              <a:t>docs page</a:t>
            </a:r>
            <a:r>
              <a:rPr lang="en-US" sz="1500" dirty="0">
                <a:latin typeface="Aptos" pitchFamily="2" charset="77"/>
                <a:cs typeface="Aptos" pitchFamily="2" charset="77"/>
              </a:rPr>
              <a:t>.</a:t>
            </a:r>
          </a:p>
        </p:txBody>
      </p:sp>
      <p:cxnSp>
        <p:nvCxnSpPr>
          <p:cNvPr id="16" name="Straight Connector 15">
            <a:extLst>
              <a:ext uri="{FF2B5EF4-FFF2-40B4-BE49-F238E27FC236}">
                <a16:creationId xmlns:a16="http://schemas.microsoft.com/office/drawing/2014/main" id="{EE73C1C1-70B2-CC67-264E-E24A002E0BF0}"/>
              </a:ext>
            </a:extLst>
          </p:cNvPr>
          <p:cNvCxnSpPr/>
          <p:nvPr/>
        </p:nvCxnSpPr>
        <p:spPr>
          <a:xfrm>
            <a:off x="8771468" y="973235"/>
            <a:ext cx="0" cy="8602133"/>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graphicFrame>
        <p:nvGraphicFramePr>
          <p:cNvPr id="17" name="Table 16">
            <a:extLst>
              <a:ext uri="{FF2B5EF4-FFF2-40B4-BE49-F238E27FC236}">
                <a16:creationId xmlns:a16="http://schemas.microsoft.com/office/drawing/2014/main" id="{4430208B-E759-3DFD-CD5D-7F2D69541A02}"/>
              </a:ext>
            </a:extLst>
          </p:cNvPr>
          <p:cNvGraphicFramePr>
            <a:graphicFrameLocks noGrp="1"/>
          </p:cNvGraphicFramePr>
          <p:nvPr/>
        </p:nvGraphicFramePr>
        <p:xfrm>
          <a:off x="1035401" y="3808035"/>
          <a:ext cx="7231617" cy="4319004"/>
        </p:xfrm>
        <a:graphic>
          <a:graphicData uri="http://schemas.openxmlformats.org/drawingml/2006/table">
            <a:tbl>
              <a:tblPr/>
              <a:tblGrid>
                <a:gridCol w="1824561">
                  <a:extLst>
                    <a:ext uri="{9D8B030D-6E8A-4147-A177-3AD203B41FA5}">
                      <a16:colId xmlns:a16="http://schemas.microsoft.com/office/drawing/2014/main" val="4270492493"/>
                    </a:ext>
                  </a:extLst>
                </a:gridCol>
                <a:gridCol w="1726247">
                  <a:extLst>
                    <a:ext uri="{9D8B030D-6E8A-4147-A177-3AD203B41FA5}">
                      <a16:colId xmlns:a16="http://schemas.microsoft.com/office/drawing/2014/main" val="2181253948"/>
                    </a:ext>
                  </a:extLst>
                </a:gridCol>
                <a:gridCol w="1856651">
                  <a:extLst>
                    <a:ext uri="{9D8B030D-6E8A-4147-A177-3AD203B41FA5}">
                      <a16:colId xmlns:a16="http://schemas.microsoft.com/office/drawing/2014/main" val="1483241057"/>
                    </a:ext>
                  </a:extLst>
                </a:gridCol>
                <a:gridCol w="1824158">
                  <a:extLst>
                    <a:ext uri="{9D8B030D-6E8A-4147-A177-3AD203B41FA5}">
                      <a16:colId xmlns:a16="http://schemas.microsoft.com/office/drawing/2014/main" val="3119567647"/>
                    </a:ext>
                  </a:extLst>
                </a:gridCol>
              </a:tblGrid>
              <a:tr h="1560564">
                <a:tc>
                  <a:txBody>
                    <a:bodyPr/>
                    <a:lstStyle/>
                    <a:p>
                      <a:pPr marL="0" indent="0">
                        <a:buNone/>
                      </a:pPr>
                      <a:endParaRPr lang="en-US" sz="1500" i="1">
                        <a:solidFill>
                          <a:schemeClr val="tx1"/>
                        </a:solidFill>
                        <a:latin typeface="Courier New" charset="0"/>
                        <a:ea typeface="Courier New" charset="0"/>
                        <a:cs typeface="Courier New" charset="0"/>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endParaRPr lang="en-US" sz="1500">
                        <a:solidFill>
                          <a:schemeClr val="tx1"/>
                        </a:solidFill>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endParaRPr lang="en-US" sz="1500">
                        <a:solidFill>
                          <a:schemeClr val="tx1"/>
                        </a:solidFill>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endParaRPr lang="en-US" sz="1500" dirty="0">
                        <a:solidFill>
                          <a:schemeClr val="tx1"/>
                        </a:solidFill>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7662226"/>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dirty="0">
                          <a:solidFill>
                            <a:schemeClr val="tx1"/>
                          </a:solidFill>
                          <a:latin typeface="Courier New" pitchFamily="34" charset="0"/>
                          <a:ea typeface="Courier New" charset="0"/>
                          <a:cs typeface="Courier New" pitchFamily="34" charset="-120"/>
                        </a:rPr>
                        <a:t>General</a:t>
                      </a:r>
                      <a:endParaRPr lang="en-US" sz="1800" i="0" dirty="0">
                        <a:solidFill>
                          <a:schemeClr val="tx1"/>
                        </a:solidFill>
                        <a:latin typeface="Courier New" charset="0"/>
                        <a:ea typeface="Courier New" charset="0"/>
                        <a:cs typeface="Courier New" charset="0"/>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latin typeface="Courier New" pitchFamily="34" charset="0"/>
                          <a:ea typeface="Courier New" pitchFamily="34" charset="-122"/>
                          <a:cs typeface="Courier New" pitchFamily="34" charset="-120"/>
                        </a:rPr>
                        <a:t>Research</a:t>
                      </a:r>
                      <a:endParaRPr lang="en-US" sz="1800" i="1" dirty="0">
                        <a:solidFill>
                          <a:schemeClr val="tx1"/>
                        </a:solidFill>
                        <a:latin typeface="Courier New" charset="0"/>
                        <a:ea typeface="Courier New" charset="0"/>
                        <a:cs typeface="Courier New" charset="0"/>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latin typeface="Courier New" pitchFamily="34" charset="0"/>
                          <a:ea typeface="Courier New" pitchFamily="34" charset="-122"/>
                          <a:cs typeface="Courier New" pitchFamily="34" charset="-120"/>
                        </a:rPr>
                        <a:t>Plan</a:t>
                      </a:r>
                      <a:endParaRPr lang="en-US" sz="1800" i="1" dirty="0">
                        <a:solidFill>
                          <a:schemeClr val="tx1"/>
                        </a:solidFill>
                        <a:latin typeface="Courier New" charset="0"/>
                        <a:ea typeface="Courier New" charset="0"/>
                        <a:cs typeface="Courier New" charset="0"/>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latin typeface="Courier New" pitchFamily="34" charset="0"/>
                          <a:ea typeface="Courier New" pitchFamily="34" charset="-122"/>
                          <a:cs typeface="Courier New" pitchFamily="34" charset="-120"/>
                        </a:rPr>
                        <a:t>Autopilot</a:t>
                      </a:r>
                      <a:endParaRPr lang="en-US" sz="1800" i="1" dirty="0">
                        <a:solidFill>
                          <a:schemeClr val="tx1"/>
                        </a:solidFill>
                        <a:latin typeface="Courier New" charset="0"/>
                        <a:ea typeface="Courier New" charset="0"/>
                        <a:cs typeface="Courier New" charset="0"/>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3226127"/>
                  </a:ext>
                </a:extLst>
              </a:tr>
              <a:tr h="2240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rPr>
                        <a:t>Full-featured agent using all CLI tools for complex multi-step tasks.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dirty="0">
                        <a:solidFill>
                          <a:schemeClr val="tx1"/>
                        </a:solidFill>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rPr>
                        <a:t>Run deep research investigation using GitHub search and web sources</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rPr>
                        <a:t>Create a full implementation plan before coding by specify requirements and answering questions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dirty="0">
                        <a:solidFill>
                          <a:schemeClr val="tx1"/>
                        </a:solidFill>
                      </a:endParaRP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500" dirty="0">
                          <a:solidFill>
                            <a:schemeClr val="tx1"/>
                          </a:solidFill>
                        </a:rPr>
                        <a:t>Works through a task without waiting for your input after each step autonomously until it determines the task is complete.</a:t>
                      </a:r>
                    </a:p>
                  </a:txBody>
                  <a:tcPr marL="182880" marR="18288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36387539"/>
                  </a:ext>
                </a:extLst>
              </a:tr>
            </a:tbl>
          </a:graphicData>
        </a:graphic>
      </p:graphicFrame>
      <p:sp>
        <p:nvSpPr>
          <p:cNvPr id="18" name="AutoShape 2" descr="Generated image">
            <a:extLst>
              <a:ext uri="{FF2B5EF4-FFF2-40B4-BE49-F238E27FC236}">
                <a16:creationId xmlns:a16="http://schemas.microsoft.com/office/drawing/2014/main" id="{7C50CCCC-69E5-F49C-536D-FB67F648681B}"/>
              </a:ext>
            </a:extLst>
          </p:cNvPr>
          <p:cNvSpPr>
            <a:spLocks noChangeAspect="1" noChangeArrowheads="1"/>
          </p:cNvSpPr>
          <p:nvPr/>
        </p:nvSpPr>
        <p:spPr bwMode="auto">
          <a:xfrm>
            <a:off x="8915400" y="4914900"/>
            <a:ext cx="457200"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sz="2700"/>
          </a:p>
        </p:txBody>
      </p:sp>
      <p:pic>
        <p:nvPicPr>
          <p:cNvPr id="22" name="Picture 21">
            <a:extLst>
              <a:ext uri="{FF2B5EF4-FFF2-40B4-BE49-F238E27FC236}">
                <a16:creationId xmlns:a16="http://schemas.microsoft.com/office/drawing/2014/main" id="{EE57959E-5F24-F4DE-D7B2-5DCA24611631}"/>
              </a:ext>
            </a:extLst>
          </p:cNvPr>
          <p:cNvPicPr>
            <a:picLocks noChangeAspect="1"/>
          </p:cNvPicPr>
          <p:nvPr/>
        </p:nvPicPr>
        <p:blipFill>
          <a:blip r:embed="rId4" cstate="print">
            <a:alphaModFix amt="64000"/>
            <a:extLst>
              <a:ext uri="{28A0092B-C50C-407E-A947-70E740481C1C}">
                <a14:useLocalDpi xmlns:a14="http://schemas.microsoft.com/office/drawing/2010/main"/>
              </a:ext>
            </a:extLst>
          </a:blip>
          <a:srcRect/>
          <a:stretch>
            <a:fillRect/>
          </a:stretch>
        </p:blipFill>
        <p:spPr>
          <a:xfrm>
            <a:off x="7245443" y="4797177"/>
            <a:ext cx="700268" cy="548640"/>
          </a:xfrm>
          <a:prstGeom prst="rect">
            <a:avLst/>
          </a:prstGeom>
        </p:spPr>
      </p:pic>
      <p:pic>
        <p:nvPicPr>
          <p:cNvPr id="25" name="Picture 24">
            <a:extLst>
              <a:ext uri="{FF2B5EF4-FFF2-40B4-BE49-F238E27FC236}">
                <a16:creationId xmlns:a16="http://schemas.microsoft.com/office/drawing/2014/main" id="{7F9E55F3-2D39-C169-6514-8DEB640DFB7B}"/>
              </a:ext>
            </a:extLst>
          </p:cNvPr>
          <p:cNvPicPr>
            <a:picLocks noChangeAspect="1"/>
          </p:cNvPicPr>
          <p:nvPr/>
        </p:nvPicPr>
        <p:blipFill>
          <a:blip r:embed="rId5" cstate="print">
            <a:alphaModFix amt="64000"/>
            <a:extLst>
              <a:ext uri="{28A0092B-C50C-407E-A947-70E740481C1C}">
                <a14:useLocalDpi xmlns:a14="http://schemas.microsoft.com/office/drawing/2010/main"/>
              </a:ext>
            </a:extLst>
          </a:blip>
          <a:srcRect/>
          <a:stretch>
            <a:fillRect/>
          </a:stretch>
        </p:blipFill>
        <p:spPr>
          <a:xfrm>
            <a:off x="3138704" y="4298148"/>
            <a:ext cx="1064754" cy="902142"/>
          </a:xfrm>
          <a:prstGeom prst="rect">
            <a:avLst/>
          </a:prstGeom>
        </p:spPr>
      </p:pic>
      <p:pic>
        <p:nvPicPr>
          <p:cNvPr id="26" name="Picture 25">
            <a:extLst>
              <a:ext uri="{FF2B5EF4-FFF2-40B4-BE49-F238E27FC236}">
                <a16:creationId xmlns:a16="http://schemas.microsoft.com/office/drawing/2014/main" id="{C6219475-4913-C341-1A7F-6C5978466F72}"/>
              </a:ext>
            </a:extLst>
          </p:cNvPr>
          <p:cNvPicPr>
            <a:picLocks noChangeAspect="1"/>
          </p:cNvPicPr>
          <p:nvPr/>
        </p:nvPicPr>
        <p:blipFill>
          <a:blip r:embed="rId6" cstate="print">
            <a:alphaModFix amt="64000"/>
            <a:extLst>
              <a:ext uri="{28A0092B-C50C-407E-A947-70E740481C1C}">
                <a14:useLocalDpi xmlns:a14="http://schemas.microsoft.com/office/drawing/2010/main"/>
              </a:ext>
            </a:extLst>
          </a:blip>
          <a:srcRect/>
          <a:stretch>
            <a:fillRect/>
          </a:stretch>
        </p:blipFill>
        <p:spPr>
          <a:xfrm>
            <a:off x="5075105" y="4241358"/>
            <a:ext cx="1064754" cy="902142"/>
          </a:xfrm>
          <a:prstGeom prst="rect">
            <a:avLst/>
          </a:prstGeom>
        </p:spPr>
      </p:pic>
      <p:pic>
        <p:nvPicPr>
          <p:cNvPr id="27" name="Picture 26">
            <a:extLst>
              <a:ext uri="{FF2B5EF4-FFF2-40B4-BE49-F238E27FC236}">
                <a16:creationId xmlns:a16="http://schemas.microsoft.com/office/drawing/2014/main" id="{11818B40-9854-0EED-D5E7-BE18468D13F1}"/>
              </a:ext>
            </a:extLst>
          </p:cNvPr>
          <p:cNvPicPr>
            <a:picLocks noChangeAspect="1"/>
          </p:cNvPicPr>
          <p:nvPr/>
        </p:nvPicPr>
        <p:blipFill>
          <a:blip r:embed="rId7" cstate="print">
            <a:alphaModFix amt="64000"/>
            <a:extLst>
              <a:ext uri="{28A0092B-C50C-407E-A947-70E740481C1C}">
                <a14:useLocalDpi xmlns:a14="http://schemas.microsoft.com/office/drawing/2010/main"/>
              </a:ext>
            </a:extLst>
          </a:blip>
          <a:srcRect/>
          <a:stretch>
            <a:fillRect/>
          </a:stretch>
        </p:blipFill>
        <p:spPr>
          <a:xfrm>
            <a:off x="1438676" y="4278540"/>
            <a:ext cx="965202" cy="902142"/>
          </a:xfrm>
          <a:prstGeom prst="rect">
            <a:avLst/>
          </a:prstGeom>
        </p:spPr>
      </p:pic>
      <p:pic>
        <p:nvPicPr>
          <p:cNvPr id="2" name="Picture 1">
            <a:extLst>
              <a:ext uri="{FF2B5EF4-FFF2-40B4-BE49-F238E27FC236}">
                <a16:creationId xmlns:a16="http://schemas.microsoft.com/office/drawing/2014/main" id="{2E4C46A5-6B8D-38BF-EDE4-1645178BF714}"/>
              </a:ext>
            </a:extLst>
          </p:cNvPr>
          <p:cNvPicPr>
            <a:picLocks noChangeAspect="1"/>
          </p:cNvPicPr>
          <p:nvPr/>
        </p:nvPicPr>
        <p:blipFill>
          <a:blip r:embed="rId8" cstate="print">
            <a:alphaModFix amt="64000"/>
            <a:extLst>
              <a:ext uri="{28A0092B-C50C-407E-A947-70E740481C1C}">
                <a14:useLocalDpi xmlns:a14="http://schemas.microsoft.com/office/drawing/2010/main"/>
              </a:ext>
            </a:extLst>
          </a:blip>
          <a:srcRect/>
          <a:stretch>
            <a:fillRect/>
          </a:stretch>
        </p:blipFill>
        <p:spPr>
          <a:xfrm>
            <a:off x="6670371" y="4191072"/>
            <a:ext cx="586989" cy="548640"/>
          </a:xfrm>
          <a:prstGeom prst="rect">
            <a:avLst/>
          </a:prstGeom>
        </p:spPr>
      </p:pic>
      <p:pic>
        <p:nvPicPr>
          <p:cNvPr id="8" name="Picture 7">
            <a:extLst>
              <a:ext uri="{FF2B5EF4-FFF2-40B4-BE49-F238E27FC236}">
                <a16:creationId xmlns:a16="http://schemas.microsoft.com/office/drawing/2014/main" id="{42835A38-5FA5-797F-12E5-FF368BB39E97}"/>
              </a:ext>
            </a:extLst>
          </p:cNvPr>
          <p:cNvPicPr>
            <a:picLocks noChangeAspect="1"/>
          </p:cNvPicPr>
          <p:nvPr/>
        </p:nvPicPr>
        <p:blipFill>
          <a:blip r:embed="rId9" cstate="print">
            <a:alphaModFix amt="64000"/>
            <a:extLst>
              <a:ext uri="{28A0092B-C50C-407E-A947-70E740481C1C}">
                <a14:useLocalDpi xmlns:a14="http://schemas.microsoft.com/office/drawing/2010/main"/>
              </a:ext>
            </a:extLst>
          </a:blip>
          <a:srcRect/>
          <a:stretch>
            <a:fillRect/>
          </a:stretch>
        </p:blipFill>
        <p:spPr>
          <a:xfrm>
            <a:off x="7271810" y="4191072"/>
            <a:ext cx="647532" cy="548640"/>
          </a:xfrm>
          <a:prstGeom prst="rect">
            <a:avLst/>
          </a:prstGeom>
        </p:spPr>
      </p:pic>
      <p:pic>
        <p:nvPicPr>
          <p:cNvPr id="9" name="Picture 8">
            <a:extLst>
              <a:ext uri="{FF2B5EF4-FFF2-40B4-BE49-F238E27FC236}">
                <a16:creationId xmlns:a16="http://schemas.microsoft.com/office/drawing/2014/main" id="{86693CF8-167C-391E-0708-ADAB6F63E873}"/>
              </a:ext>
            </a:extLst>
          </p:cNvPr>
          <p:cNvPicPr>
            <a:picLocks noChangeAspect="1"/>
          </p:cNvPicPr>
          <p:nvPr/>
        </p:nvPicPr>
        <p:blipFill>
          <a:blip r:embed="rId10" cstate="print">
            <a:alphaModFix amt="64000"/>
            <a:extLst>
              <a:ext uri="{28A0092B-C50C-407E-A947-70E740481C1C}">
                <a14:useLocalDpi xmlns:a14="http://schemas.microsoft.com/office/drawing/2010/main"/>
              </a:ext>
            </a:extLst>
          </a:blip>
          <a:srcRect/>
          <a:stretch>
            <a:fillRect/>
          </a:stretch>
        </p:blipFill>
        <p:spPr>
          <a:xfrm>
            <a:off x="6652259" y="4807250"/>
            <a:ext cx="647532" cy="548640"/>
          </a:xfrm>
          <a:prstGeom prst="rect">
            <a:avLst/>
          </a:prstGeom>
        </p:spPr>
      </p:pic>
    </p:spTree>
    <p:extLst>
      <p:ext uri="{BB962C8B-B14F-4D97-AF65-F5344CB8AC3E}">
        <p14:creationId xmlns:p14="http://schemas.microsoft.com/office/powerpoint/2010/main" val="2866801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E4668-72BB-D3E1-6E4A-B30FD8B5D9F2}"/>
              </a:ext>
            </a:extLst>
          </p:cNvPr>
          <p:cNvSpPr>
            <a:spLocks noGrp="1"/>
          </p:cNvSpPr>
          <p:nvPr>
            <p:ph type="title"/>
          </p:nvPr>
        </p:nvSpPr>
        <p:spPr>
          <a:xfrm>
            <a:off x="571017" y="2721577"/>
            <a:ext cx="7994289" cy="948725"/>
          </a:xfrm>
        </p:spPr>
        <p:txBody>
          <a:bodyPr>
            <a:normAutofit/>
          </a:bodyPr>
          <a:lstStyle/>
          <a:p>
            <a:r>
              <a:rPr lang="en-US" dirty="0"/>
              <a:t>Subagents </a:t>
            </a:r>
          </a:p>
        </p:txBody>
      </p:sp>
      <p:sp>
        <p:nvSpPr>
          <p:cNvPr id="4" name="Picture Placeholder 3">
            <a:extLst>
              <a:ext uri="{FF2B5EF4-FFF2-40B4-BE49-F238E27FC236}">
                <a16:creationId xmlns:a16="http://schemas.microsoft.com/office/drawing/2014/main" id="{76F1399B-3651-0290-E6F3-19DCD9D03EE8}"/>
              </a:ext>
            </a:extLst>
          </p:cNvPr>
          <p:cNvSpPr>
            <a:spLocks noGrp="1"/>
          </p:cNvSpPr>
          <p:nvPr>
            <p:ph type="pic" sz="quarter" idx="32"/>
          </p:nvPr>
        </p:nvSpPr>
        <p:spPr/>
        <p:txBody>
          <a:bodyPr/>
          <a:lstStyle/>
          <a:p>
            <a:endParaRPr lang="en-US"/>
          </a:p>
        </p:txBody>
      </p:sp>
      <p:sp>
        <p:nvSpPr>
          <p:cNvPr id="5" name="Text Placeholder 4">
            <a:extLst>
              <a:ext uri="{FF2B5EF4-FFF2-40B4-BE49-F238E27FC236}">
                <a16:creationId xmlns:a16="http://schemas.microsoft.com/office/drawing/2014/main" id="{D206FD26-C70B-5607-4EFC-C6A1318B31F6}"/>
              </a:ext>
            </a:extLst>
          </p:cNvPr>
          <p:cNvSpPr>
            <a:spLocks noGrp="1"/>
          </p:cNvSpPr>
          <p:nvPr>
            <p:ph type="body" sz="quarter" idx="26"/>
          </p:nvPr>
        </p:nvSpPr>
        <p:spPr>
          <a:xfrm>
            <a:off x="571017" y="3568700"/>
            <a:ext cx="7994289" cy="6126119"/>
          </a:xfrm>
        </p:spPr>
        <p:txBody>
          <a:bodyPr/>
          <a:lstStyle/>
          <a:p>
            <a:r>
              <a:rPr lang="en-US" dirty="0"/>
              <a:t>Built-in tasks to delegate to specialized AI agents</a:t>
            </a:r>
            <a:br>
              <a:rPr lang="en-US" dirty="0"/>
            </a:br>
            <a:br>
              <a:rPr lang="en-US" dirty="0"/>
            </a:br>
            <a:r>
              <a:rPr lang="en-US" dirty="0">
                <a:solidFill>
                  <a:schemeClr val="tx1"/>
                </a:solidFill>
              </a:rPr>
              <a:t>explore</a:t>
            </a:r>
          </a:p>
          <a:p>
            <a:r>
              <a:rPr lang="en-US" dirty="0"/>
              <a:t>Fast codebase exploration, finding files, answering code questions</a:t>
            </a:r>
          </a:p>
          <a:p>
            <a:r>
              <a:rPr lang="en-US" dirty="0">
                <a:solidFill>
                  <a:schemeClr val="tx1"/>
                </a:solidFill>
              </a:rPr>
              <a:t>task</a:t>
            </a:r>
          </a:p>
          <a:p>
            <a:r>
              <a:rPr lang="en-US" dirty="0"/>
              <a:t>Executing commands like tests, builds, </a:t>
            </a:r>
            <a:r>
              <a:rPr lang="en-US" dirty="0" err="1"/>
              <a:t>lints</a:t>
            </a:r>
            <a:endParaRPr lang="en-US" dirty="0"/>
          </a:p>
          <a:p>
            <a:r>
              <a:rPr lang="en-US" dirty="0">
                <a:solidFill>
                  <a:schemeClr val="tx1"/>
                </a:solidFill>
              </a:rPr>
              <a:t>general-purpose</a:t>
            </a:r>
          </a:p>
          <a:p>
            <a:r>
              <a:rPr lang="en-US" dirty="0"/>
              <a:t>Complex multi-step tasks requiring full toolset</a:t>
            </a:r>
          </a:p>
          <a:p>
            <a:r>
              <a:rPr lang="en-US" dirty="0">
                <a:solidFill>
                  <a:schemeClr val="tx1"/>
                </a:solidFill>
              </a:rPr>
              <a:t>code-review</a:t>
            </a:r>
          </a:p>
          <a:p>
            <a:r>
              <a:rPr lang="en-US" dirty="0"/>
              <a:t>High-signal code review for bugs and security issues</a:t>
            </a:r>
          </a:p>
        </p:txBody>
      </p:sp>
      <p:pic>
        <p:nvPicPr>
          <p:cNvPr id="7" name="Picture 6" descr="The image is a PowerShell command prompt displaying a list of tasks for an intelligent agent to perform, such as codebase exploration, running tests, and code review.&#10;&#10;AI-generated content may be incorrect.">
            <a:extLst>
              <a:ext uri="{FF2B5EF4-FFF2-40B4-BE49-F238E27FC236}">
                <a16:creationId xmlns:a16="http://schemas.microsoft.com/office/drawing/2014/main" id="{DE94D6E9-51DB-5A36-3A5A-8C13B10ECC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77826" y="2316698"/>
            <a:ext cx="9210174" cy="5653604"/>
          </a:xfrm>
          <a:prstGeom prst="rect">
            <a:avLst/>
          </a:prstGeom>
        </p:spPr>
      </p:pic>
    </p:spTree>
    <p:extLst>
      <p:ext uri="{BB962C8B-B14F-4D97-AF65-F5344CB8AC3E}">
        <p14:creationId xmlns:p14="http://schemas.microsoft.com/office/powerpoint/2010/main" val="2934619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68D453-3B32-242E-2CE9-D1DC7AAA49B4}"/>
              </a:ext>
            </a:extLst>
          </p:cNvPr>
          <p:cNvSpPr>
            <a:spLocks noGrp="1"/>
          </p:cNvSpPr>
          <p:nvPr>
            <p:ph type="body" sz="quarter" idx="31"/>
          </p:nvPr>
        </p:nvSpPr>
        <p:spPr/>
        <p:txBody>
          <a:bodyPr/>
          <a:lstStyle/>
          <a:p>
            <a:r>
              <a:rPr lang="en-US"/>
              <a:t>GitHub Copilot CLI</a:t>
            </a:r>
          </a:p>
        </p:txBody>
      </p:sp>
      <p:sp>
        <p:nvSpPr>
          <p:cNvPr id="3" name="Text Placeholder 2">
            <a:extLst>
              <a:ext uri="{FF2B5EF4-FFF2-40B4-BE49-F238E27FC236}">
                <a16:creationId xmlns:a16="http://schemas.microsoft.com/office/drawing/2014/main" id="{3E504F11-9D95-C38C-C83F-D8CED18D0595}"/>
              </a:ext>
            </a:extLst>
          </p:cNvPr>
          <p:cNvSpPr>
            <a:spLocks noGrp="1"/>
          </p:cNvSpPr>
          <p:nvPr>
            <p:ph type="body" sz="quarter" idx="32"/>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/context</a:t>
            </a:r>
          </a:p>
        </p:txBody>
      </p:sp>
      <p:sp>
        <p:nvSpPr>
          <p:cNvPr id="4" name="Text Placeholder 3">
            <a:extLst>
              <a:ext uri="{FF2B5EF4-FFF2-40B4-BE49-F238E27FC236}">
                <a16:creationId xmlns:a16="http://schemas.microsoft.com/office/drawing/2014/main" id="{9749C76D-A31B-529A-09C0-FF6274A0F2B5}"/>
              </a:ext>
            </a:extLst>
          </p:cNvPr>
          <p:cNvSpPr>
            <a:spLocks noGrp="1"/>
          </p:cNvSpPr>
          <p:nvPr>
            <p:ph type="body" sz="quarter" idx="33"/>
          </p:nvPr>
        </p:nvSpPr>
        <p:spPr/>
        <p:txBody>
          <a:bodyPr/>
          <a:lstStyle/>
          <a:p>
            <a:r>
              <a:rPr lang="en-US"/>
              <a:t>Visualize what is in your context window.</a:t>
            </a:r>
          </a:p>
        </p:txBody>
      </p:sp>
      <p:sp>
        <p:nvSpPr>
          <p:cNvPr id="5" name="Text Placeholder 4">
            <a:extLst>
              <a:ext uri="{FF2B5EF4-FFF2-40B4-BE49-F238E27FC236}">
                <a16:creationId xmlns:a16="http://schemas.microsoft.com/office/drawing/2014/main" id="{71E67F5E-149E-D11B-053F-4EB039082E6E}"/>
              </a:ext>
            </a:extLst>
          </p:cNvPr>
          <p:cNvSpPr>
            <a:spLocks noGrp="1"/>
          </p:cNvSpPr>
          <p:nvPr>
            <p:ph type="body" sz="quarter" idx="35"/>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/compact</a:t>
            </a:r>
          </a:p>
        </p:txBody>
      </p:sp>
      <p:sp>
        <p:nvSpPr>
          <p:cNvPr id="6" name="Text Placeholder 5">
            <a:extLst>
              <a:ext uri="{FF2B5EF4-FFF2-40B4-BE49-F238E27FC236}">
                <a16:creationId xmlns:a16="http://schemas.microsoft.com/office/drawing/2014/main" id="{432CCEA2-41C9-BB72-34A6-70A2B27EB8AA}"/>
              </a:ext>
            </a:extLst>
          </p:cNvPr>
          <p:cNvSpPr>
            <a:spLocks noGrp="1"/>
          </p:cNvSpPr>
          <p:nvPr>
            <p:ph type="body" sz="quarter" idx="36"/>
          </p:nvPr>
        </p:nvSpPr>
        <p:spPr/>
        <p:txBody>
          <a:bodyPr/>
          <a:lstStyle/>
          <a:p>
            <a:r>
              <a:rPr lang="en-US"/>
              <a:t>Summarizes current context and compacts to smaller size.</a:t>
            </a:r>
          </a:p>
        </p:txBody>
      </p:sp>
      <p:sp>
        <p:nvSpPr>
          <p:cNvPr id="9" name="Title 8">
            <a:extLst>
              <a:ext uri="{FF2B5EF4-FFF2-40B4-BE49-F238E27FC236}">
                <a16:creationId xmlns:a16="http://schemas.microsoft.com/office/drawing/2014/main" id="{41139FB8-8BE4-9696-E89E-9E0437F65780}"/>
              </a:ext>
            </a:extLst>
          </p:cNvPr>
          <p:cNvSpPr>
            <a:spLocks noGrp="1"/>
          </p:cNvSpPr>
          <p:nvPr>
            <p:ph type="title"/>
          </p:nvPr>
        </p:nvSpPr>
        <p:spPr/>
        <p:txBody>
          <a:bodyPr/>
          <a:lstStyle/>
          <a:p>
            <a:r>
              <a:rPr lang="en-US"/>
              <a:t>Context</a:t>
            </a:r>
            <a:br>
              <a:rPr lang="en-US"/>
            </a:br>
            <a:br>
              <a:rPr lang="en-US"/>
            </a:br>
            <a:endParaRPr lang="en-US"/>
          </a:p>
        </p:txBody>
      </p:sp>
      <p:sp>
        <p:nvSpPr>
          <p:cNvPr id="10" name="Picture Placeholder 9">
            <a:extLst>
              <a:ext uri="{FF2B5EF4-FFF2-40B4-BE49-F238E27FC236}">
                <a16:creationId xmlns:a16="http://schemas.microsoft.com/office/drawing/2014/main" id="{EF763C8E-2B27-63E6-3552-DA9E2C9DF50A}"/>
              </a:ext>
            </a:extLst>
          </p:cNvPr>
          <p:cNvSpPr>
            <a:spLocks noGrp="1"/>
          </p:cNvSpPr>
          <p:nvPr>
            <p:ph type="pic" sz="quarter" idx="44"/>
          </p:nvPr>
        </p:nvSpPr>
        <p:spPr/>
        <p:txBody>
          <a:bodyPr/>
          <a:lstStyle/>
          <a:p>
            <a:endParaRPr lang="en-US"/>
          </a:p>
        </p:txBody>
      </p:sp>
      <p:sp>
        <p:nvSpPr>
          <p:cNvPr id="11" name="Picture Placeholder 10">
            <a:extLst>
              <a:ext uri="{FF2B5EF4-FFF2-40B4-BE49-F238E27FC236}">
                <a16:creationId xmlns:a16="http://schemas.microsoft.com/office/drawing/2014/main" id="{67D43EEB-C66F-5B37-1F91-BA47700B16DA}"/>
              </a:ext>
            </a:extLst>
          </p:cNvPr>
          <p:cNvSpPr>
            <a:spLocks noGrp="1"/>
          </p:cNvSpPr>
          <p:nvPr>
            <p:ph type="pic" sz="quarter" idx="45"/>
          </p:nvPr>
        </p:nvSpPr>
        <p:spPr/>
        <p:txBody>
          <a:bodyPr/>
          <a:lstStyle/>
          <a:p>
            <a:endParaRPr lang="en-US"/>
          </a:p>
        </p:txBody>
      </p:sp>
      <p:pic>
        <p:nvPicPr>
          <p:cNvPr id="17" name="Picture 16" descr="The image appears to be a PowerShell command window showing a list of various usage statistics, such as system tools, messages, free space, and buffer size.&#10;&#10;AI-generated content may be incorrect.">
            <a:extLst>
              <a:ext uri="{FF2B5EF4-FFF2-40B4-BE49-F238E27FC236}">
                <a16:creationId xmlns:a16="http://schemas.microsoft.com/office/drawing/2014/main" id="{55C0F502-1B00-DC05-4403-18517AF4DF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63342" y="13313"/>
            <a:ext cx="10286582" cy="5537666"/>
          </a:xfrm>
          <a:prstGeom prst="rect">
            <a:avLst/>
          </a:prstGeom>
        </p:spPr>
      </p:pic>
      <p:sp>
        <p:nvSpPr>
          <p:cNvPr id="8" name="TextBox 7">
            <a:extLst>
              <a:ext uri="{FF2B5EF4-FFF2-40B4-BE49-F238E27FC236}">
                <a16:creationId xmlns:a16="http://schemas.microsoft.com/office/drawing/2014/main" id="{C5B86CB6-476C-2DF5-9931-B8A6C161104B}"/>
              </a:ext>
            </a:extLst>
          </p:cNvPr>
          <p:cNvSpPr txBox="1"/>
          <p:nvPr/>
        </p:nvSpPr>
        <p:spPr>
          <a:xfrm>
            <a:off x="424605" y="5564290"/>
            <a:ext cx="5932947" cy="2169825"/>
          </a:xfrm>
          <a:prstGeom prst="rect">
            <a:avLst/>
          </a:prstGeom>
          <a:noFill/>
        </p:spPr>
        <p:txBody>
          <a:bodyPr wrap="square">
            <a:spAutoFit/>
          </a:bodyPr>
          <a:lstStyle/>
          <a:p>
            <a:r>
              <a:rPr lang="en-US" sz="2700"/>
              <a:t>Infinite Sessions (a CLI exclusive) means you likely never have to worry about these, but when you want to manage your context more directly, you can:</a:t>
            </a:r>
          </a:p>
        </p:txBody>
      </p:sp>
    </p:spTree>
    <p:extLst>
      <p:ext uri="{BB962C8B-B14F-4D97-AF65-F5344CB8AC3E}">
        <p14:creationId xmlns:p14="http://schemas.microsoft.com/office/powerpoint/2010/main" val="3973287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kicker">
            <a:extLst>
              <a:ext uri="{FF2B5EF4-FFF2-40B4-BE49-F238E27FC236}">
                <a16:creationId xmlns:a16="http://schemas.microsoft.com/office/drawing/2014/main" id="{18B0EF03-5A3C-4FE5-9CA3-B66235BFB025}"/>
              </a:ext>
            </a:extLst>
          </p:cNvPr>
          <p:cNvSpPr>
            <a:spLocks noGrp="1"/>
          </p:cNvSpPr>
          <p:nvPr/>
        </p:nvSpPr>
        <p:spPr>
          <a:xfrm>
            <a:off x="914400" y="685800"/>
            <a:ext cx="9525000" cy="285750"/>
          </a:xfrm>
          <a:prstGeom prst="rect">
            <a:avLst/>
          </a:prstGeom>
        </p:spPr>
        <p:txBody>
          <a:bodyPr lIns="0" tIns="0" rIns="0" bIns="0"/>
          <a:lstStyle/>
          <a:p>
            <a:pPr>
              <a:defRPr sz="1800" b="1" i="0">
                <a:solidFill>
                  <a:srgbClr val="31D7F5"/>
                </a:solidFill>
              </a:defRPr>
            </a:pPr>
            <a:r>
              <a:rPr sz="1800" b="1" i="0">
                <a:solidFill>
                  <a:srgbClr val="31D7F5"/>
                </a:solidFill>
              </a:rPr>
              <a:t>HOTKEYS</a:t>
            </a:r>
          </a:p>
        </p:txBody>
      </p:sp>
      <p:sp>
        <p:nvSpPr>
          <p:cNvPr id="5" name="slide-title">
            <a:extLst>
              <a:ext uri="{FF2B5EF4-FFF2-40B4-BE49-F238E27FC236}">
                <a16:creationId xmlns:a16="http://schemas.microsoft.com/office/drawing/2014/main" id="{736A5347-3A36-4A03-8348-E288D37B72D1}"/>
              </a:ext>
            </a:extLst>
          </p:cNvPr>
          <p:cNvSpPr>
            <a:spLocks noGrp="1"/>
          </p:cNvSpPr>
          <p:nvPr/>
        </p:nvSpPr>
        <p:spPr>
          <a:xfrm>
            <a:off x="914400" y="1123950"/>
            <a:ext cx="12573000" cy="685800"/>
          </a:xfrm>
          <a:prstGeom prst="rect">
            <a:avLst/>
          </a:prstGeom>
        </p:spPr>
        <p:txBody>
          <a:bodyPr lIns="0" tIns="0" rIns="0" bIns="0"/>
          <a:lstStyle/>
          <a:p>
            <a:pPr>
              <a:defRPr sz="4500" b="1" i="0">
                <a:solidFill>
                  <a:srgbClr val="F8FBFF"/>
                </a:solidFill>
              </a:defRPr>
            </a:pPr>
            <a:r>
              <a:rPr sz="4500" b="1" i="0" dirty="0">
                <a:solidFill>
                  <a:srgbClr val="F8FBFF"/>
                </a:solidFill>
              </a:rPr>
              <a:t>Keyboard survival </a:t>
            </a:r>
            <a:r>
              <a:rPr lang="en-US" sz="4500" b="1" i="0" dirty="0">
                <a:solidFill>
                  <a:srgbClr val="F8FBFF"/>
                </a:solidFill>
              </a:rPr>
              <a:t>cheat sheet</a:t>
            </a:r>
            <a:endParaRPr sz="4500" b="1" i="0" dirty="0">
              <a:solidFill>
                <a:srgbClr val="F8FBFF"/>
              </a:solidFill>
            </a:endParaRPr>
          </a:p>
        </p:txBody>
      </p:sp>
      <p:pic>
        <p:nvPicPr>
          <p:cNvPr id="6" name="hotkeys-copilot"/>
          <p:cNvPicPr>
            <a:picLocks noChangeAspect="1"/>
          </p:cNvPicPr>
          <p:nvPr/>
        </p:nvPicPr>
        <p:blipFill>
          <a:blip r:embed="rId3"/>
          <a:stretch/>
        </p:blipFill>
        <p:spPr>
          <a:xfrm flipH="1">
            <a:off x="11906250" y="1885950"/>
            <a:ext cx="4000500" cy="4000500"/>
          </a:xfrm>
          <a:prstGeom prst="rect">
            <a:avLst/>
          </a:prstGeom>
        </p:spPr>
      </p:pic>
      <p:sp>
        <p:nvSpPr>
          <p:cNvPr id="7" name="Rectangle: Rounded Corners 6">
            <a:extLst>
              <a:ext uri="{FF2B5EF4-FFF2-40B4-BE49-F238E27FC236}">
                <a16:creationId xmlns:a16="http://schemas.microsoft.com/office/drawing/2014/main" id="{AC2A753D-7F8F-4CC5-82EE-54A1421CC029}"/>
              </a:ext>
            </a:extLst>
          </p:cNvPr>
          <p:cNvSpPr>
            <a:spLocks noGrp="1"/>
          </p:cNvSpPr>
          <p:nvPr/>
        </p:nvSpPr>
        <p:spPr>
          <a:xfrm>
            <a:off x="1143000" y="29718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8" name="hotkey-0">
            <a:extLst>
              <a:ext uri="{FF2B5EF4-FFF2-40B4-BE49-F238E27FC236}">
                <a16:creationId xmlns:a16="http://schemas.microsoft.com/office/drawing/2014/main" id="{E592B4EC-52EA-43F3-A456-5CCFA707D359}"/>
              </a:ext>
            </a:extLst>
          </p:cNvPr>
          <p:cNvSpPr>
            <a:spLocks noGrp="1"/>
          </p:cNvSpPr>
          <p:nvPr/>
        </p:nvSpPr>
        <p:spPr>
          <a:xfrm>
            <a:off x="1371600" y="3143250"/>
            <a:ext cx="2381250" cy="285750"/>
          </a:xfrm>
          <a:prstGeom prst="rect">
            <a:avLst/>
          </a:prstGeom>
        </p:spPr>
        <p:txBody>
          <a:bodyPr lIns="0" tIns="0" rIns="0" bIns="0"/>
          <a:lstStyle/>
          <a:p>
            <a:pPr>
              <a:defRPr sz="1875" b="1" i="0">
                <a:solidFill>
                  <a:srgbClr val="31D7F5"/>
                </a:solidFill>
              </a:defRPr>
            </a:pPr>
            <a:r>
              <a:rPr sz="2400" b="1" i="0">
                <a:solidFill>
                  <a:srgbClr val="31D7F5"/>
                </a:solidFill>
              </a:rPr>
              <a:t>Shift+Tab</a:t>
            </a:r>
          </a:p>
        </p:txBody>
      </p:sp>
      <p:sp>
        <p:nvSpPr>
          <p:cNvPr id="9" name="hotkey-meaning-0">
            <a:extLst>
              <a:ext uri="{FF2B5EF4-FFF2-40B4-BE49-F238E27FC236}">
                <a16:creationId xmlns:a16="http://schemas.microsoft.com/office/drawing/2014/main" id="{AF6CA0B6-F5CD-421B-8ED4-82DE08BBC1C8}"/>
              </a:ext>
            </a:extLst>
          </p:cNvPr>
          <p:cNvSpPr>
            <a:spLocks noGrp="1"/>
          </p:cNvSpPr>
          <p:nvPr/>
        </p:nvSpPr>
        <p:spPr>
          <a:xfrm>
            <a:off x="1371600" y="3448050"/>
            <a:ext cx="2381250" cy="209550"/>
          </a:xfrm>
          <a:prstGeom prst="rect">
            <a:avLst/>
          </a:prstGeom>
        </p:spPr>
        <p:txBody>
          <a:bodyPr lIns="0" tIns="0" rIns="0" bIns="0"/>
          <a:lstStyle/>
          <a:p>
            <a:pPr>
              <a:defRPr sz="1350" b="0" i="0">
                <a:solidFill>
                  <a:srgbClr val="9BA8C7"/>
                </a:solidFill>
              </a:defRPr>
            </a:pPr>
            <a:r>
              <a:rPr sz="1600" b="0" i="0">
                <a:solidFill>
                  <a:srgbClr val="9BA8C7"/>
                </a:solidFill>
              </a:rPr>
              <a:t>change mode</a:t>
            </a:r>
          </a:p>
        </p:txBody>
      </p:sp>
      <p:sp>
        <p:nvSpPr>
          <p:cNvPr id="10" name="Rectangle: Rounded Corners 9">
            <a:extLst>
              <a:ext uri="{FF2B5EF4-FFF2-40B4-BE49-F238E27FC236}">
                <a16:creationId xmlns:a16="http://schemas.microsoft.com/office/drawing/2014/main" id="{0EB601B1-DA3A-4652-94AC-C5D48C24A84E}"/>
              </a:ext>
            </a:extLst>
          </p:cNvPr>
          <p:cNvSpPr>
            <a:spLocks noGrp="1"/>
          </p:cNvSpPr>
          <p:nvPr/>
        </p:nvSpPr>
        <p:spPr>
          <a:xfrm>
            <a:off x="4572000" y="29718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11" name="hotkey-1">
            <a:extLst>
              <a:ext uri="{FF2B5EF4-FFF2-40B4-BE49-F238E27FC236}">
                <a16:creationId xmlns:a16="http://schemas.microsoft.com/office/drawing/2014/main" id="{4202D38A-4589-4BD6-ABA7-114FB84B93AA}"/>
              </a:ext>
            </a:extLst>
          </p:cNvPr>
          <p:cNvSpPr>
            <a:spLocks noGrp="1"/>
          </p:cNvSpPr>
          <p:nvPr/>
        </p:nvSpPr>
        <p:spPr>
          <a:xfrm>
            <a:off x="4762500" y="3143250"/>
            <a:ext cx="2381250" cy="285750"/>
          </a:xfrm>
          <a:prstGeom prst="rect">
            <a:avLst/>
          </a:prstGeom>
        </p:spPr>
        <p:txBody>
          <a:bodyPr lIns="0" tIns="0" rIns="0" bIns="0"/>
          <a:lstStyle/>
          <a:p>
            <a:pPr>
              <a:defRPr sz="1875" b="1" i="0">
                <a:solidFill>
                  <a:srgbClr val="63F4A9"/>
                </a:solidFill>
              </a:defRPr>
            </a:pPr>
            <a:r>
              <a:rPr sz="2400" b="1" i="0">
                <a:solidFill>
                  <a:srgbClr val="63F4A9"/>
                </a:solidFill>
              </a:rPr>
              <a:t>Ctrl+T</a:t>
            </a:r>
          </a:p>
        </p:txBody>
      </p:sp>
      <p:sp>
        <p:nvSpPr>
          <p:cNvPr id="12" name="hotkey-meaning-1">
            <a:extLst>
              <a:ext uri="{FF2B5EF4-FFF2-40B4-BE49-F238E27FC236}">
                <a16:creationId xmlns:a16="http://schemas.microsoft.com/office/drawing/2014/main" id="{32A363B1-A65E-4D19-B4EA-2B96366B299C}"/>
              </a:ext>
            </a:extLst>
          </p:cNvPr>
          <p:cNvSpPr>
            <a:spLocks noGrp="1"/>
          </p:cNvSpPr>
          <p:nvPr/>
        </p:nvSpPr>
        <p:spPr>
          <a:xfrm>
            <a:off x="4762500" y="3448050"/>
            <a:ext cx="2381250" cy="209550"/>
          </a:xfrm>
          <a:prstGeom prst="rect">
            <a:avLst/>
          </a:prstGeom>
        </p:spPr>
        <p:txBody>
          <a:bodyPr lIns="0" tIns="0" rIns="0" bIns="0"/>
          <a:lstStyle/>
          <a:p>
            <a:pPr>
              <a:defRPr sz="1350" b="0" i="0">
                <a:solidFill>
                  <a:srgbClr val="9BA8C7"/>
                </a:solidFill>
              </a:defRPr>
            </a:pPr>
            <a:r>
              <a:rPr lang="en-US" sz="1600" b="0" i="0" dirty="0">
                <a:solidFill>
                  <a:srgbClr val="9BA8C7"/>
                </a:solidFill>
              </a:rPr>
              <a:t>R</a:t>
            </a:r>
            <a:r>
              <a:rPr sz="1600" b="0" i="0" dirty="0">
                <a:solidFill>
                  <a:srgbClr val="9BA8C7"/>
                </a:solidFill>
              </a:rPr>
              <a:t>easoning</a:t>
            </a:r>
            <a:r>
              <a:rPr lang="en-US" sz="1600" b="0" i="0" dirty="0">
                <a:solidFill>
                  <a:srgbClr val="9BA8C7"/>
                </a:solidFill>
              </a:rPr>
              <a:t> </a:t>
            </a:r>
            <a:r>
              <a:rPr lang="en-US" sz="1600" b="0" i="0" dirty="0" err="1">
                <a:solidFill>
                  <a:srgbClr val="9BA8C7"/>
                </a:solidFill>
              </a:rPr>
              <a:t>visiblity</a:t>
            </a:r>
            <a:endParaRPr sz="1600" b="0" i="0" dirty="0">
              <a:solidFill>
                <a:srgbClr val="9BA8C7"/>
              </a:solidFill>
            </a:endParaRPr>
          </a:p>
        </p:txBody>
      </p:sp>
      <p:sp>
        <p:nvSpPr>
          <p:cNvPr id="13" name="Rectangle: Rounded Corners 12">
            <a:extLst>
              <a:ext uri="{FF2B5EF4-FFF2-40B4-BE49-F238E27FC236}">
                <a16:creationId xmlns:a16="http://schemas.microsoft.com/office/drawing/2014/main" id="{1F96B132-B7E6-46F6-8F39-67EA89400E91}"/>
              </a:ext>
            </a:extLst>
          </p:cNvPr>
          <p:cNvSpPr>
            <a:spLocks noGrp="1"/>
          </p:cNvSpPr>
          <p:nvPr/>
        </p:nvSpPr>
        <p:spPr>
          <a:xfrm>
            <a:off x="7924800" y="29718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14" name="hotkey-2">
            <a:extLst>
              <a:ext uri="{FF2B5EF4-FFF2-40B4-BE49-F238E27FC236}">
                <a16:creationId xmlns:a16="http://schemas.microsoft.com/office/drawing/2014/main" id="{62C57603-60D1-4012-BBCE-ABB042DE4E3A}"/>
              </a:ext>
            </a:extLst>
          </p:cNvPr>
          <p:cNvSpPr>
            <a:spLocks noGrp="1"/>
          </p:cNvSpPr>
          <p:nvPr/>
        </p:nvSpPr>
        <p:spPr>
          <a:xfrm>
            <a:off x="8153400" y="3143250"/>
            <a:ext cx="2381250" cy="285750"/>
          </a:xfrm>
          <a:prstGeom prst="rect">
            <a:avLst/>
          </a:prstGeom>
        </p:spPr>
        <p:txBody>
          <a:bodyPr lIns="0" tIns="0" rIns="0" bIns="0"/>
          <a:lstStyle/>
          <a:p>
            <a:pPr>
              <a:defRPr sz="1875" b="1" i="0">
                <a:solidFill>
                  <a:srgbClr val="D7FF4A"/>
                </a:solidFill>
              </a:defRPr>
            </a:pPr>
            <a:r>
              <a:rPr sz="2400" b="1" i="0">
                <a:solidFill>
                  <a:srgbClr val="D7FF4A"/>
                </a:solidFill>
              </a:rPr>
              <a:t>Ctrl+Enter</a:t>
            </a:r>
          </a:p>
        </p:txBody>
      </p:sp>
      <p:sp>
        <p:nvSpPr>
          <p:cNvPr id="15" name="hotkey-meaning-2">
            <a:extLst>
              <a:ext uri="{FF2B5EF4-FFF2-40B4-BE49-F238E27FC236}">
                <a16:creationId xmlns:a16="http://schemas.microsoft.com/office/drawing/2014/main" id="{056C936A-9438-4AC5-AE01-5E5F58D9B2C2}"/>
              </a:ext>
            </a:extLst>
          </p:cNvPr>
          <p:cNvSpPr>
            <a:spLocks noGrp="1"/>
          </p:cNvSpPr>
          <p:nvPr/>
        </p:nvSpPr>
        <p:spPr>
          <a:xfrm>
            <a:off x="8153400" y="3448050"/>
            <a:ext cx="2381250" cy="209550"/>
          </a:xfrm>
          <a:prstGeom prst="rect">
            <a:avLst/>
          </a:prstGeom>
        </p:spPr>
        <p:txBody>
          <a:bodyPr lIns="0" tIns="0" rIns="0" bIns="0"/>
          <a:lstStyle/>
          <a:p>
            <a:pPr>
              <a:defRPr sz="1350" b="0" i="0">
                <a:solidFill>
                  <a:srgbClr val="9BA8C7"/>
                </a:solidFill>
              </a:defRPr>
            </a:pPr>
            <a:r>
              <a:rPr sz="1600" b="0" i="0">
                <a:solidFill>
                  <a:srgbClr val="9BA8C7"/>
                </a:solidFill>
              </a:rPr>
              <a:t>queue while busy</a:t>
            </a:r>
          </a:p>
        </p:txBody>
      </p:sp>
      <p:sp>
        <p:nvSpPr>
          <p:cNvPr id="16" name="Rectangle: Rounded Corners 15">
            <a:extLst>
              <a:ext uri="{FF2B5EF4-FFF2-40B4-BE49-F238E27FC236}">
                <a16:creationId xmlns:a16="http://schemas.microsoft.com/office/drawing/2014/main" id="{437908A2-F1DE-48F3-A6F4-E84D1AAB5684}"/>
              </a:ext>
            </a:extLst>
          </p:cNvPr>
          <p:cNvSpPr>
            <a:spLocks noGrp="1"/>
          </p:cNvSpPr>
          <p:nvPr/>
        </p:nvSpPr>
        <p:spPr>
          <a:xfrm>
            <a:off x="1143000" y="41910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17" name="hotkey-3">
            <a:extLst>
              <a:ext uri="{FF2B5EF4-FFF2-40B4-BE49-F238E27FC236}">
                <a16:creationId xmlns:a16="http://schemas.microsoft.com/office/drawing/2014/main" id="{27302362-1225-4D04-8677-9F2F520A10A9}"/>
              </a:ext>
            </a:extLst>
          </p:cNvPr>
          <p:cNvSpPr>
            <a:spLocks noGrp="1"/>
          </p:cNvSpPr>
          <p:nvPr/>
        </p:nvSpPr>
        <p:spPr>
          <a:xfrm>
            <a:off x="1371600" y="4362450"/>
            <a:ext cx="2381250" cy="285750"/>
          </a:xfrm>
          <a:prstGeom prst="rect">
            <a:avLst/>
          </a:prstGeom>
        </p:spPr>
        <p:txBody>
          <a:bodyPr lIns="0" tIns="0" rIns="0" bIns="0"/>
          <a:lstStyle/>
          <a:p>
            <a:pPr>
              <a:defRPr sz="1875" b="1" i="0">
                <a:solidFill>
                  <a:srgbClr val="A66BFF"/>
                </a:solidFill>
              </a:defRPr>
            </a:pPr>
            <a:r>
              <a:rPr sz="2400" b="1" i="0">
                <a:solidFill>
                  <a:srgbClr val="A66BFF"/>
                </a:solidFill>
              </a:rPr>
              <a:t>Ctrl+G</a:t>
            </a:r>
          </a:p>
        </p:txBody>
      </p:sp>
      <p:sp>
        <p:nvSpPr>
          <p:cNvPr id="18" name="hotkey-meaning-3">
            <a:extLst>
              <a:ext uri="{FF2B5EF4-FFF2-40B4-BE49-F238E27FC236}">
                <a16:creationId xmlns:a16="http://schemas.microsoft.com/office/drawing/2014/main" id="{499D17E1-2DE1-4841-BD7E-F4A44701CE05}"/>
              </a:ext>
            </a:extLst>
          </p:cNvPr>
          <p:cNvSpPr>
            <a:spLocks noGrp="1"/>
          </p:cNvSpPr>
          <p:nvPr/>
        </p:nvSpPr>
        <p:spPr>
          <a:xfrm>
            <a:off x="1371600" y="4667250"/>
            <a:ext cx="2381250" cy="209550"/>
          </a:xfrm>
          <a:prstGeom prst="rect">
            <a:avLst/>
          </a:prstGeom>
        </p:spPr>
        <p:txBody>
          <a:bodyPr lIns="0" tIns="0" rIns="0" bIns="0"/>
          <a:lstStyle/>
          <a:p>
            <a:pPr>
              <a:defRPr sz="1350" b="0" i="0">
                <a:solidFill>
                  <a:srgbClr val="9BA8C7"/>
                </a:solidFill>
              </a:defRPr>
            </a:pPr>
            <a:r>
              <a:rPr sz="1600" b="0" i="0">
                <a:solidFill>
                  <a:srgbClr val="9BA8C7"/>
                </a:solidFill>
              </a:rPr>
              <a:t>edit in editor</a:t>
            </a:r>
          </a:p>
        </p:txBody>
      </p:sp>
      <p:sp>
        <p:nvSpPr>
          <p:cNvPr id="19" name="Rectangle: Rounded Corners 18">
            <a:extLst>
              <a:ext uri="{FF2B5EF4-FFF2-40B4-BE49-F238E27FC236}">
                <a16:creationId xmlns:a16="http://schemas.microsoft.com/office/drawing/2014/main" id="{1D6D95D5-EB9C-4B4B-B09A-75BCFB780520}"/>
              </a:ext>
            </a:extLst>
          </p:cNvPr>
          <p:cNvSpPr>
            <a:spLocks noGrp="1"/>
          </p:cNvSpPr>
          <p:nvPr/>
        </p:nvSpPr>
        <p:spPr>
          <a:xfrm>
            <a:off x="4572000" y="41910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20" name="hotkey-4">
            <a:extLst>
              <a:ext uri="{FF2B5EF4-FFF2-40B4-BE49-F238E27FC236}">
                <a16:creationId xmlns:a16="http://schemas.microsoft.com/office/drawing/2014/main" id="{4762C531-2540-4695-A78A-22A16B5E492E}"/>
              </a:ext>
            </a:extLst>
          </p:cNvPr>
          <p:cNvSpPr>
            <a:spLocks noGrp="1"/>
          </p:cNvSpPr>
          <p:nvPr/>
        </p:nvSpPr>
        <p:spPr>
          <a:xfrm>
            <a:off x="4762500" y="4362450"/>
            <a:ext cx="2381250" cy="228600"/>
          </a:xfrm>
          <a:prstGeom prst="rect">
            <a:avLst/>
          </a:prstGeom>
        </p:spPr>
        <p:txBody>
          <a:bodyPr lIns="0" tIns="0" rIns="0" bIns="0"/>
          <a:lstStyle/>
          <a:p>
            <a:pPr>
              <a:defRPr sz="1500" b="1" i="0">
                <a:solidFill>
                  <a:srgbClr val="FF6FE7"/>
                </a:solidFill>
              </a:defRPr>
            </a:pPr>
            <a:r>
              <a:rPr b="1" i="0">
                <a:solidFill>
                  <a:srgbClr val="FF6FE7"/>
                </a:solidFill>
              </a:rPr>
              <a:t>Ctrl+X then /</a:t>
            </a:r>
          </a:p>
        </p:txBody>
      </p:sp>
      <p:sp>
        <p:nvSpPr>
          <p:cNvPr id="21" name="hotkey-meaning-4">
            <a:extLst>
              <a:ext uri="{FF2B5EF4-FFF2-40B4-BE49-F238E27FC236}">
                <a16:creationId xmlns:a16="http://schemas.microsoft.com/office/drawing/2014/main" id="{13AE741A-EFB9-449C-8EC2-D22E1538E1D1}"/>
              </a:ext>
            </a:extLst>
          </p:cNvPr>
          <p:cNvSpPr>
            <a:spLocks noGrp="1"/>
          </p:cNvSpPr>
          <p:nvPr/>
        </p:nvSpPr>
        <p:spPr>
          <a:xfrm>
            <a:off x="4762500" y="4667250"/>
            <a:ext cx="2381250" cy="209550"/>
          </a:xfrm>
          <a:prstGeom prst="rect">
            <a:avLst/>
          </a:prstGeom>
        </p:spPr>
        <p:txBody>
          <a:bodyPr lIns="0" tIns="0" rIns="0" bIns="0"/>
          <a:lstStyle/>
          <a:p>
            <a:pPr>
              <a:defRPr sz="1350" b="0" i="0">
                <a:solidFill>
                  <a:srgbClr val="9BA8C7"/>
                </a:solidFill>
              </a:defRPr>
            </a:pPr>
            <a:r>
              <a:rPr sz="1600" b="0" i="0">
                <a:solidFill>
                  <a:srgbClr val="9BA8C7"/>
                </a:solidFill>
              </a:rPr>
              <a:t>slash after prompt</a:t>
            </a:r>
          </a:p>
        </p:txBody>
      </p:sp>
      <p:sp>
        <p:nvSpPr>
          <p:cNvPr id="22" name="Rectangle: Rounded Corners 21">
            <a:extLst>
              <a:ext uri="{FF2B5EF4-FFF2-40B4-BE49-F238E27FC236}">
                <a16:creationId xmlns:a16="http://schemas.microsoft.com/office/drawing/2014/main" id="{4B170F1D-0FE2-4494-9FD8-AC29AC7B8298}"/>
              </a:ext>
            </a:extLst>
          </p:cNvPr>
          <p:cNvSpPr>
            <a:spLocks noGrp="1"/>
          </p:cNvSpPr>
          <p:nvPr/>
        </p:nvSpPr>
        <p:spPr>
          <a:xfrm>
            <a:off x="7924800" y="41910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23" name="hotkey-5">
            <a:extLst>
              <a:ext uri="{FF2B5EF4-FFF2-40B4-BE49-F238E27FC236}">
                <a16:creationId xmlns:a16="http://schemas.microsoft.com/office/drawing/2014/main" id="{3C60B9EA-260E-4BE2-B6FD-6C40C8FDB0B4}"/>
              </a:ext>
            </a:extLst>
          </p:cNvPr>
          <p:cNvSpPr>
            <a:spLocks noGrp="1"/>
          </p:cNvSpPr>
          <p:nvPr/>
        </p:nvSpPr>
        <p:spPr>
          <a:xfrm>
            <a:off x="8153400" y="4362450"/>
            <a:ext cx="2381250" cy="285750"/>
          </a:xfrm>
          <a:prstGeom prst="rect">
            <a:avLst/>
          </a:prstGeom>
        </p:spPr>
        <p:txBody>
          <a:bodyPr lIns="0" tIns="0" rIns="0" bIns="0"/>
          <a:lstStyle/>
          <a:p>
            <a:pPr>
              <a:defRPr sz="1875" b="1" i="0">
                <a:solidFill>
                  <a:srgbClr val="31D7F5"/>
                </a:solidFill>
              </a:defRPr>
            </a:pPr>
            <a:r>
              <a:rPr sz="2400" b="1" i="0">
                <a:solidFill>
                  <a:srgbClr val="31D7F5"/>
                </a:solidFill>
              </a:rPr>
              <a:t>?</a:t>
            </a:r>
          </a:p>
        </p:txBody>
      </p:sp>
      <p:sp>
        <p:nvSpPr>
          <p:cNvPr id="24" name="hotkey-meaning-5">
            <a:extLst>
              <a:ext uri="{FF2B5EF4-FFF2-40B4-BE49-F238E27FC236}">
                <a16:creationId xmlns:a16="http://schemas.microsoft.com/office/drawing/2014/main" id="{C0EAF088-D194-48EB-99F3-AADBCBDDA010}"/>
              </a:ext>
            </a:extLst>
          </p:cNvPr>
          <p:cNvSpPr>
            <a:spLocks noGrp="1"/>
          </p:cNvSpPr>
          <p:nvPr/>
        </p:nvSpPr>
        <p:spPr>
          <a:xfrm>
            <a:off x="8153400" y="4667250"/>
            <a:ext cx="2381250" cy="209550"/>
          </a:xfrm>
          <a:prstGeom prst="rect">
            <a:avLst/>
          </a:prstGeom>
        </p:spPr>
        <p:txBody>
          <a:bodyPr lIns="0" tIns="0" rIns="0" bIns="0"/>
          <a:lstStyle/>
          <a:p>
            <a:pPr>
              <a:defRPr sz="1350" b="0" i="0">
                <a:solidFill>
                  <a:srgbClr val="9BA8C7"/>
                </a:solidFill>
              </a:defRPr>
            </a:pPr>
            <a:r>
              <a:rPr sz="1600" b="0" i="0">
                <a:solidFill>
                  <a:srgbClr val="9BA8C7"/>
                </a:solidFill>
              </a:rPr>
              <a:t>quick help</a:t>
            </a:r>
          </a:p>
        </p:txBody>
      </p:sp>
      <p:sp>
        <p:nvSpPr>
          <p:cNvPr id="25" name="Rectangle: Rounded Corners 24">
            <a:extLst>
              <a:ext uri="{FF2B5EF4-FFF2-40B4-BE49-F238E27FC236}">
                <a16:creationId xmlns:a16="http://schemas.microsoft.com/office/drawing/2014/main" id="{6AAC0BD1-A0A7-4428-B723-7D548D8EA345}"/>
              </a:ext>
            </a:extLst>
          </p:cNvPr>
          <p:cNvSpPr>
            <a:spLocks noGrp="1"/>
          </p:cNvSpPr>
          <p:nvPr/>
        </p:nvSpPr>
        <p:spPr>
          <a:xfrm>
            <a:off x="1143000" y="54102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26" name="hotkey-6">
            <a:extLst>
              <a:ext uri="{FF2B5EF4-FFF2-40B4-BE49-F238E27FC236}">
                <a16:creationId xmlns:a16="http://schemas.microsoft.com/office/drawing/2014/main" id="{2DC72695-734D-4D8E-BEB4-BF717BF82895}"/>
              </a:ext>
            </a:extLst>
          </p:cNvPr>
          <p:cNvSpPr>
            <a:spLocks noGrp="1"/>
          </p:cNvSpPr>
          <p:nvPr/>
        </p:nvSpPr>
        <p:spPr>
          <a:xfrm>
            <a:off x="1371600" y="5581650"/>
            <a:ext cx="2381250" cy="285750"/>
          </a:xfrm>
          <a:prstGeom prst="rect">
            <a:avLst/>
          </a:prstGeom>
        </p:spPr>
        <p:txBody>
          <a:bodyPr lIns="0" tIns="0" rIns="0" bIns="0"/>
          <a:lstStyle/>
          <a:p>
            <a:pPr>
              <a:defRPr sz="1875" b="1" i="0">
                <a:solidFill>
                  <a:srgbClr val="63F4A9"/>
                </a:solidFill>
              </a:defRPr>
            </a:pPr>
            <a:r>
              <a:rPr sz="2400" b="1" i="0" dirty="0">
                <a:solidFill>
                  <a:srgbClr val="63F4A9"/>
                </a:solidFill>
              </a:rPr>
              <a:t>@ file</a:t>
            </a:r>
          </a:p>
        </p:txBody>
      </p:sp>
      <p:sp>
        <p:nvSpPr>
          <p:cNvPr id="27" name="hotkey-meaning-6">
            <a:extLst>
              <a:ext uri="{FF2B5EF4-FFF2-40B4-BE49-F238E27FC236}">
                <a16:creationId xmlns:a16="http://schemas.microsoft.com/office/drawing/2014/main" id="{FA40C824-951E-4F86-9469-1C6EE5919EE0}"/>
              </a:ext>
            </a:extLst>
          </p:cNvPr>
          <p:cNvSpPr>
            <a:spLocks noGrp="1"/>
          </p:cNvSpPr>
          <p:nvPr/>
        </p:nvSpPr>
        <p:spPr>
          <a:xfrm>
            <a:off x="1371600" y="5886450"/>
            <a:ext cx="2381250" cy="209550"/>
          </a:xfrm>
          <a:prstGeom prst="rect">
            <a:avLst/>
          </a:prstGeom>
        </p:spPr>
        <p:txBody>
          <a:bodyPr lIns="0" tIns="0" rIns="0" bIns="0"/>
          <a:lstStyle/>
          <a:p>
            <a:pPr>
              <a:defRPr sz="1350" b="0" i="0">
                <a:solidFill>
                  <a:srgbClr val="9BA8C7"/>
                </a:solidFill>
              </a:defRPr>
            </a:pPr>
            <a:r>
              <a:rPr sz="1600" b="0" i="0">
                <a:solidFill>
                  <a:srgbClr val="9BA8C7"/>
                </a:solidFill>
              </a:rPr>
              <a:t>add file context</a:t>
            </a:r>
          </a:p>
        </p:txBody>
      </p:sp>
      <p:sp>
        <p:nvSpPr>
          <p:cNvPr id="28" name="Rectangle: Rounded Corners 27">
            <a:extLst>
              <a:ext uri="{FF2B5EF4-FFF2-40B4-BE49-F238E27FC236}">
                <a16:creationId xmlns:a16="http://schemas.microsoft.com/office/drawing/2014/main" id="{946F4870-CA44-44B7-A879-F7C99E2B5216}"/>
              </a:ext>
            </a:extLst>
          </p:cNvPr>
          <p:cNvSpPr>
            <a:spLocks noGrp="1"/>
          </p:cNvSpPr>
          <p:nvPr/>
        </p:nvSpPr>
        <p:spPr>
          <a:xfrm>
            <a:off x="4572000" y="54102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29" name="hotkey-7">
            <a:extLst>
              <a:ext uri="{FF2B5EF4-FFF2-40B4-BE49-F238E27FC236}">
                <a16:creationId xmlns:a16="http://schemas.microsoft.com/office/drawing/2014/main" id="{A93A1371-3983-4761-90C7-53524D2E3EB8}"/>
              </a:ext>
            </a:extLst>
          </p:cNvPr>
          <p:cNvSpPr>
            <a:spLocks noGrp="1"/>
          </p:cNvSpPr>
          <p:nvPr/>
        </p:nvSpPr>
        <p:spPr>
          <a:xfrm>
            <a:off x="4762500" y="5581650"/>
            <a:ext cx="2381250" cy="285750"/>
          </a:xfrm>
          <a:prstGeom prst="rect">
            <a:avLst/>
          </a:prstGeom>
        </p:spPr>
        <p:txBody>
          <a:bodyPr lIns="0" tIns="0" rIns="0" bIns="0"/>
          <a:lstStyle/>
          <a:p>
            <a:pPr>
              <a:defRPr sz="1875" b="1" i="0">
                <a:solidFill>
                  <a:srgbClr val="D7FF4A"/>
                </a:solidFill>
              </a:defRPr>
            </a:pPr>
            <a:r>
              <a:rPr sz="2400" b="1" i="0">
                <a:solidFill>
                  <a:srgbClr val="D7FF4A"/>
                </a:solidFill>
              </a:rPr>
              <a:t># issue</a:t>
            </a:r>
          </a:p>
        </p:txBody>
      </p:sp>
      <p:sp>
        <p:nvSpPr>
          <p:cNvPr id="30" name="hotkey-meaning-7">
            <a:extLst>
              <a:ext uri="{FF2B5EF4-FFF2-40B4-BE49-F238E27FC236}">
                <a16:creationId xmlns:a16="http://schemas.microsoft.com/office/drawing/2014/main" id="{B4F6AD2E-28BA-4F8B-AE83-50BB059CFE66}"/>
              </a:ext>
            </a:extLst>
          </p:cNvPr>
          <p:cNvSpPr>
            <a:spLocks noGrp="1"/>
          </p:cNvSpPr>
          <p:nvPr/>
        </p:nvSpPr>
        <p:spPr>
          <a:xfrm>
            <a:off x="4762500" y="5886450"/>
            <a:ext cx="2381250" cy="209550"/>
          </a:xfrm>
          <a:prstGeom prst="rect">
            <a:avLst/>
          </a:prstGeom>
        </p:spPr>
        <p:txBody>
          <a:bodyPr lIns="0" tIns="0" rIns="0" bIns="0"/>
          <a:lstStyle/>
          <a:p>
            <a:pPr>
              <a:defRPr sz="1350" b="0" i="0">
                <a:solidFill>
                  <a:srgbClr val="9BA8C7"/>
                </a:solidFill>
              </a:defRPr>
            </a:pPr>
            <a:r>
              <a:rPr sz="1600" b="0" i="0">
                <a:solidFill>
                  <a:srgbClr val="9BA8C7"/>
                </a:solidFill>
              </a:rPr>
              <a:t>add issue or PR</a:t>
            </a:r>
          </a:p>
        </p:txBody>
      </p:sp>
      <p:sp>
        <p:nvSpPr>
          <p:cNvPr id="31" name="Rectangle: Rounded Corners 30">
            <a:extLst>
              <a:ext uri="{FF2B5EF4-FFF2-40B4-BE49-F238E27FC236}">
                <a16:creationId xmlns:a16="http://schemas.microsoft.com/office/drawing/2014/main" id="{99E22ABA-B73D-4A3C-A5B1-B74ED24BF58A}"/>
              </a:ext>
            </a:extLst>
          </p:cNvPr>
          <p:cNvSpPr>
            <a:spLocks noGrp="1"/>
          </p:cNvSpPr>
          <p:nvPr/>
        </p:nvSpPr>
        <p:spPr>
          <a:xfrm>
            <a:off x="7924800" y="54102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32" name="hotkey-8">
            <a:extLst>
              <a:ext uri="{FF2B5EF4-FFF2-40B4-BE49-F238E27FC236}">
                <a16:creationId xmlns:a16="http://schemas.microsoft.com/office/drawing/2014/main" id="{3E4BD6FE-043C-4916-B5A2-951E77FB1AB1}"/>
              </a:ext>
            </a:extLst>
          </p:cNvPr>
          <p:cNvSpPr>
            <a:spLocks noGrp="1"/>
          </p:cNvSpPr>
          <p:nvPr/>
        </p:nvSpPr>
        <p:spPr>
          <a:xfrm>
            <a:off x="8153400" y="5581650"/>
            <a:ext cx="2381250" cy="285750"/>
          </a:xfrm>
          <a:prstGeom prst="rect">
            <a:avLst/>
          </a:prstGeom>
        </p:spPr>
        <p:txBody>
          <a:bodyPr lIns="0" tIns="0" rIns="0" bIns="0"/>
          <a:lstStyle/>
          <a:p>
            <a:pPr>
              <a:defRPr sz="1875" b="1" i="0">
                <a:solidFill>
                  <a:srgbClr val="A66BFF"/>
                </a:solidFill>
              </a:defRPr>
            </a:pPr>
            <a:r>
              <a:rPr sz="2400" b="1" i="0">
                <a:solidFill>
                  <a:srgbClr val="A66BFF"/>
                </a:solidFill>
              </a:rPr>
              <a:t>! command</a:t>
            </a:r>
          </a:p>
        </p:txBody>
      </p:sp>
      <p:sp>
        <p:nvSpPr>
          <p:cNvPr id="33" name="hotkey-meaning-8">
            <a:extLst>
              <a:ext uri="{FF2B5EF4-FFF2-40B4-BE49-F238E27FC236}">
                <a16:creationId xmlns:a16="http://schemas.microsoft.com/office/drawing/2014/main" id="{58B7C41C-5318-47F9-8498-735C3BF2F8AC}"/>
              </a:ext>
            </a:extLst>
          </p:cNvPr>
          <p:cNvSpPr>
            <a:spLocks noGrp="1"/>
          </p:cNvSpPr>
          <p:nvPr/>
        </p:nvSpPr>
        <p:spPr>
          <a:xfrm>
            <a:off x="8153400" y="5886450"/>
            <a:ext cx="2381250" cy="209550"/>
          </a:xfrm>
          <a:prstGeom prst="rect">
            <a:avLst/>
          </a:prstGeom>
        </p:spPr>
        <p:txBody>
          <a:bodyPr lIns="0" tIns="0" rIns="0" bIns="0"/>
          <a:lstStyle/>
          <a:p>
            <a:pPr>
              <a:defRPr sz="1350" b="0" i="0">
                <a:solidFill>
                  <a:srgbClr val="9BA8C7"/>
                </a:solidFill>
              </a:defRPr>
            </a:pPr>
            <a:r>
              <a:rPr sz="1600" b="0" i="0">
                <a:solidFill>
                  <a:srgbClr val="9BA8C7"/>
                </a:solidFill>
              </a:rPr>
              <a:t>local shell</a:t>
            </a:r>
          </a:p>
        </p:txBody>
      </p:sp>
      <p:sp>
        <p:nvSpPr>
          <p:cNvPr id="34" name="Rectangle: Rounded Corners 33">
            <a:extLst>
              <a:ext uri="{FF2B5EF4-FFF2-40B4-BE49-F238E27FC236}">
                <a16:creationId xmlns:a16="http://schemas.microsoft.com/office/drawing/2014/main" id="{EC80BBBB-CDED-4504-9FEA-BD08348CC0BC}"/>
              </a:ext>
            </a:extLst>
          </p:cNvPr>
          <p:cNvSpPr>
            <a:spLocks noGrp="1"/>
          </p:cNvSpPr>
          <p:nvPr/>
        </p:nvSpPr>
        <p:spPr>
          <a:xfrm>
            <a:off x="1143000" y="66294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35" name="hotkey-9">
            <a:extLst>
              <a:ext uri="{FF2B5EF4-FFF2-40B4-BE49-F238E27FC236}">
                <a16:creationId xmlns:a16="http://schemas.microsoft.com/office/drawing/2014/main" id="{14C1557E-2287-420C-B2ED-45EFE2F50AAF}"/>
              </a:ext>
            </a:extLst>
          </p:cNvPr>
          <p:cNvSpPr>
            <a:spLocks noGrp="1"/>
          </p:cNvSpPr>
          <p:nvPr/>
        </p:nvSpPr>
        <p:spPr>
          <a:xfrm>
            <a:off x="1371600" y="6800850"/>
            <a:ext cx="2381250" cy="285750"/>
          </a:xfrm>
          <a:prstGeom prst="rect">
            <a:avLst/>
          </a:prstGeom>
        </p:spPr>
        <p:txBody>
          <a:bodyPr lIns="0" tIns="0" rIns="0" bIns="0"/>
          <a:lstStyle/>
          <a:p>
            <a:pPr>
              <a:defRPr sz="1875" b="1" i="0">
                <a:solidFill>
                  <a:srgbClr val="FF6FE7"/>
                </a:solidFill>
              </a:defRPr>
            </a:pPr>
            <a:r>
              <a:rPr sz="2400" b="1" i="0">
                <a:solidFill>
                  <a:srgbClr val="FF6FE7"/>
                </a:solidFill>
              </a:rPr>
              <a:t>Ctrl+C</a:t>
            </a:r>
          </a:p>
        </p:txBody>
      </p:sp>
      <p:sp>
        <p:nvSpPr>
          <p:cNvPr id="36" name="hotkey-meaning-9">
            <a:extLst>
              <a:ext uri="{FF2B5EF4-FFF2-40B4-BE49-F238E27FC236}">
                <a16:creationId xmlns:a16="http://schemas.microsoft.com/office/drawing/2014/main" id="{9BC4846A-B699-4AE8-B8AD-E07799DCD01F}"/>
              </a:ext>
            </a:extLst>
          </p:cNvPr>
          <p:cNvSpPr>
            <a:spLocks noGrp="1"/>
          </p:cNvSpPr>
          <p:nvPr/>
        </p:nvSpPr>
        <p:spPr>
          <a:xfrm>
            <a:off x="1371600" y="7105650"/>
            <a:ext cx="2381250" cy="209550"/>
          </a:xfrm>
          <a:prstGeom prst="rect">
            <a:avLst/>
          </a:prstGeom>
        </p:spPr>
        <p:txBody>
          <a:bodyPr lIns="0" tIns="0" rIns="0" bIns="0"/>
          <a:lstStyle/>
          <a:p>
            <a:pPr>
              <a:defRPr sz="1350" b="0" i="0">
                <a:solidFill>
                  <a:srgbClr val="9BA8C7"/>
                </a:solidFill>
              </a:defRPr>
            </a:pPr>
            <a:r>
              <a:rPr sz="1600" b="0" i="0">
                <a:solidFill>
                  <a:srgbClr val="9BA8C7"/>
                </a:solidFill>
              </a:rPr>
              <a:t>cancel or clear</a:t>
            </a:r>
          </a:p>
        </p:txBody>
      </p:sp>
      <p:sp>
        <p:nvSpPr>
          <p:cNvPr id="37" name="Rectangle: Rounded Corners 36">
            <a:extLst>
              <a:ext uri="{FF2B5EF4-FFF2-40B4-BE49-F238E27FC236}">
                <a16:creationId xmlns:a16="http://schemas.microsoft.com/office/drawing/2014/main" id="{FDE2C48B-20FE-41BF-846F-DC2C36C3A139}"/>
              </a:ext>
            </a:extLst>
          </p:cNvPr>
          <p:cNvSpPr>
            <a:spLocks noGrp="1"/>
          </p:cNvSpPr>
          <p:nvPr/>
        </p:nvSpPr>
        <p:spPr>
          <a:xfrm>
            <a:off x="4572000" y="66294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38" name="hotkey-10">
            <a:extLst>
              <a:ext uri="{FF2B5EF4-FFF2-40B4-BE49-F238E27FC236}">
                <a16:creationId xmlns:a16="http://schemas.microsoft.com/office/drawing/2014/main" id="{D802545F-CBBC-4CAA-8F08-6ABBFBC68B36}"/>
              </a:ext>
            </a:extLst>
          </p:cNvPr>
          <p:cNvSpPr>
            <a:spLocks noGrp="1"/>
          </p:cNvSpPr>
          <p:nvPr/>
        </p:nvSpPr>
        <p:spPr>
          <a:xfrm>
            <a:off x="4762500" y="6800850"/>
            <a:ext cx="2381250" cy="285750"/>
          </a:xfrm>
          <a:prstGeom prst="rect">
            <a:avLst/>
          </a:prstGeom>
        </p:spPr>
        <p:txBody>
          <a:bodyPr lIns="0" tIns="0" rIns="0" bIns="0"/>
          <a:lstStyle/>
          <a:p>
            <a:pPr>
              <a:defRPr sz="1875" b="1" i="0">
                <a:solidFill>
                  <a:srgbClr val="31D7F5"/>
                </a:solidFill>
              </a:defRPr>
            </a:pPr>
            <a:r>
              <a:rPr sz="2400" b="1" i="0">
                <a:solidFill>
                  <a:srgbClr val="31D7F5"/>
                </a:solidFill>
              </a:rPr>
              <a:t>Ctrl+R</a:t>
            </a:r>
          </a:p>
        </p:txBody>
      </p:sp>
      <p:sp>
        <p:nvSpPr>
          <p:cNvPr id="39" name="hotkey-meaning-10">
            <a:extLst>
              <a:ext uri="{FF2B5EF4-FFF2-40B4-BE49-F238E27FC236}">
                <a16:creationId xmlns:a16="http://schemas.microsoft.com/office/drawing/2014/main" id="{783E01BD-911F-4B65-BC63-A5C2C4CC526A}"/>
              </a:ext>
            </a:extLst>
          </p:cNvPr>
          <p:cNvSpPr>
            <a:spLocks noGrp="1"/>
          </p:cNvSpPr>
          <p:nvPr/>
        </p:nvSpPr>
        <p:spPr>
          <a:xfrm>
            <a:off x="4762500" y="7105650"/>
            <a:ext cx="2381250" cy="209550"/>
          </a:xfrm>
          <a:prstGeom prst="rect">
            <a:avLst/>
          </a:prstGeom>
        </p:spPr>
        <p:txBody>
          <a:bodyPr lIns="0" tIns="0" rIns="0" bIns="0"/>
          <a:lstStyle/>
          <a:p>
            <a:pPr>
              <a:defRPr sz="1350" b="0" i="0">
                <a:solidFill>
                  <a:srgbClr val="9BA8C7"/>
                </a:solidFill>
              </a:defRPr>
            </a:pPr>
            <a:r>
              <a:rPr sz="1600" b="0" i="0">
                <a:solidFill>
                  <a:srgbClr val="9BA8C7"/>
                </a:solidFill>
              </a:rPr>
              <a:t>history search</a:t>
            </a:r>
          </a:p>
        </p:txBody>
      </p:sp>
      <p:sp>
        <p:nvSpPr>
          <p:cNvPr id="40" name="Rectangle: Rounded Corners 39">
            <a:extLst>
              <a:ext uri="{FF2B5EF4-FFF2-40B4-BE49-F238E27FC236}">
                <a16:creationId xmlns:a16="http://schemas.microsoft.com/office/drawing/2014/main" id="{254F63EA-CE66-45F2-A5F1-26FFFAC41831}"/>
              </a:ext>
            </a:extLst>
          </p:cNvPr>
          <p:cNvSpPr>
            <a:spLocks noGrp="1"/>
          </p:cNvSpPr>
          <p:nvPr/>
        </p:nvSpPr>
        <p:spPr>
          <a:xfrm>
            <a:off x="7924800" y="6629400"/>
            <a:ext cx="2895600" cy="914400"/>
          </a:xfrm>
          <a:prstGeom prst="roundRect">
            <a:avLst>
              <a:gd name="adj" fmla="val 10000"/>
            </a:avLst>
          </a:prstGeom>
          <a:solidFill>
            <a:srgbClr val="111A36"/>
          </a:solidFill>
          <a:ln w="6350">
            <a:solidFill>
              <a:schemeClr val="tx1"/>
            </a:solidFill>
          </a:ln>
        </p:spPr>
        <p:txBody>
          <a:bodyPr/>
          <a:lstStyle/>
          <a:p>
            <a:endParaRPr lang="en-US" sz="2400"/>
          </a:p>
        </p:txBody>
      </p:sp>
      <p:sp>
        <p:nvSpPr>
          <p:cNvPr id="41" name="hotkey-11">
            <a:extLst>
              <a:ext uri="{FF2B5EF4-FFF2-40B4-BE49-F238E27FC236}">
                <a16:creationId xmlns:a16="http://schemas.microsoft.com/office/drawing/2014/main" id="{FA880ED3-7B47-45FF-B5FB-899BBB251BD0}"/>
              </a:ext>
            </a:extLst>
          </p:cNvPr>
          <p:cNvSpPr>
            <a:spLocks noGrp="1"/>
          </p:cNvSpPr>
          <p:nvPr/>
        </p:nvSpPr>
        <p:spPr>
          <a:xfrm>
            <a:off x="8153400" y="6800850"/>
            <a:ext cx="2381250" cy="285750"/>
          </a:xfrm>
          <a:prstGeom prst="rect">
            <a:avLst/>
          </a:prstGeom>
        </p:spPr>
        <p:txBody>
          <a:bodyPr lIns="0" tIns="0" rIns="0" bIns="0"/>
          <a:lstStyle/>
          <a:p>
            <a:pPr>
              <a:defRPr sz="1875" b="1" i="0">
                <a:solidFill>
                  <a:srgbClr val="63F4A9"/>
                </a:solidFill>
              </a:defRPr>
            </a:pPr>
            <a:r>
              <a:rPr sz="2400" b="1" i="0">
                <a:solidFill>
                  <a:srgbClr val="63F4A9"/>
                </a:solidFill>
              </a:rPr>
              <a:t>Tab</a:t>
            </a:r>
          </a:p>
        </p:txBody>
      </p:sp>
      <p:sp>
        <p:nvSpPr>
          <p:cNvPr id="42" name="hotkey-meaning-11">
            <a:extLst>
              <a:ext uri="{FF2B5EF4-FFF2-40B4-BE49-F238E27FC236}">
                <a16:creationId xmlns:a16="http://schemas.microsoft.com/office/drawing/2014/main" id="{061F80B5-48C1-4AC6-9781-59C982D8DE55}"/>
              </a:ext>
            </a:extLst>
          </p:cNvPr>
          <p:cNvSpPr>
            <a:spLocks noGrp="1"/>
          </p:cNvSpPr>
          <p:nvPr/>
        </p:nvSpPr>
        <p:spPr>
          <a:xfrm>
            <a:off x="8153400" y="7105650"/>
            <a:ext cx="2381250" cy="209550"/>
          </a:xfrm>
          <a:prstGeom prst="rect">
            <a:avLst/>
          </a:prstGeom>
        </p:spPr>
        <p:txBody>
          <a:bodyPr lIns="0" tIns="0" rIns="0" bIns="0"/>
          <a:lstStyle/>
          <a:p>
            <a:pPr>
              <a:defRPr sz="1350" b="0" i="0">
                <a:solidFill>
                  <a:srgbClr val="9BA8C7"/>
                </a:solidFill>
              </a:defRPr>
            </a:pPr>
            <a:r>
              <a:rPr sz="1600" b="0" i="0">
                <a:solidFill>
                  <a:srgbClr val="9BA8C7"/>
                </a:solidFill>
              </a:rPr>
              <a:t>accept completion</a:t>
            </a:r>
          </a:p>
        </p:txBody>
      </p:sp>
      <p:sp>
        <p:nvSpPr>
          <p:cNvPr id="46" name="source">
            <a:extLst>
              <a:ext uri="{FF2B5EF4-FFF2-40B4-BE49-F238E27FC236}">
                <a16:creationId xmlns:a16="http://schemas.microsoft.com/office/drawing/2014/main" id="{9587A7C5-5763-4559-A064-5DE96CF4F2CD}"/>
              </a:ext>
            </a:extLst>
          </p:cNvPr>
          <p:cNvSpPr>
            <a:spLocks noGrp="1"/>
          </p:cNvSpPr>
          <p:nvPr/>
        </p:nvSpPr>
        <p:spPr>
          <a:xfrm>
            <a:off x="914400" y="9696450"/>
            <a:ext cx="7620000" cy="190500"/>
          </a:xfrm>
          <a:prstGeom prst="rect">
            <a:avLst/>
          </a:prstGeom>
        </p:spPr>
        <p:txBody>
          <a:bodyPr lIns="0" tIns="0" rIns="0" bIns="0"/>
          <a:lstStyle/>
          <a:p>
            <a:pPr>
              <a:defRPr sz="1200" b="0" i="0">
                <a:solidFill>
                  <a:srgbClr val="6F7DA3"/>
                </a:solidFill>
              </a:defRPr>
            </a:pPr>
            <a:r>
              <a:rPr sz="1200" b="0" i="0">
                <a:solidFill>
                  <a:srgbClr val="6F7DA3"/>
                </a:solidFill>
              </a:rPr>
              <a:t>Keep the controls visible while the live demo moves</a:t>
            </a:r>
          </a:p>
        </p:txBody>
      </p:sp>
    </p:spTree>
    <p:extLst>
      <p:ext uri="{BB962C8B-B14F-4D97-AF65-F5344CB8AC3E}">
        <p14:creationId xmlns:p14="http://schemas.microsoft.com/office/powerpoint/2010/main" val="7950941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38E33C-068A-4597-D18E-4D2F734FCBBE}"/>
              </a:ext>
            </a:extLst>
          </p:cNvPr>
          <p:cNvSpPr txBox="1"/>
          <p:nvPr/>
        </p:nvSpPr>
        <p:spPr>
          <a:xfrm>
            <a:off x="952500" y="533401"/>
            <a:ext cx="16383000" cy="969496"/>
          </a:xfrm>
          <a:prstGeom prst="rect">
            <a:avLst/>
          </a:prstGeom>
          <a:noFill/>
        </p:spPr>
        <p:txBody>
          <a:bodyPr vert="horz" rtlCol="0">
            <a:spAutoFit/>
          </a:bodyPr>
          <a:lstStyle/>
          <a:p>
            <a:pPr algn="ctr"/>
            <a:r>
              <a:rPr lang="en-US" sz="5700" b="1"/>
              <a:t>GitHub Copilot Dev Days Sweepstake</a:t>
            </a:r>
          </a:p>
        </p:txBody>
      </p:sp>
      <p:sp>
        <p:nvSpPr>
          <p:cNvPr id="3" name="TextBox 2">
            <a:extLst>
              <a:ext uri="{FF2B5EF4-FFF2-40B4-BE49-F238E27FC236}">
                <a16:creationId xmlns:a16="http://schemas.microsoft.com/office/drawing/2014/main" id="{955C3C44-BC85-AFB4-60B3-347F66010AE5}"/>
              </a:ext>
            </a:extLst>
          </p:cNvPr>
          <p:cNvSpPr txBox="1"/>
          <p:nvPr/>
        </p:nvSpPr>
        <p:spPr>
          <a:xfrm>
            <a:off x="2857500" y="1817801"/>
            <a:ext cx="12573000" cy="1107996"/>
          </a:xfrm>
          <a:prstGeom prst="rect">
            <a:avLst/>
          </a:prstGeom>
          <a:noFill/>
        </p:spPr>
        <p:txBody>
          <a:bodyPr vert="horz" wrap="square" rtlCol="0">
            <a:spAutoFit/>
          </a:bodyPr>
          <a:lstStyle/>
          <a:p>
            <a:pPr algn="ctr"/>
            <a:r>
              <a:rPr lang="en-US" sz="3300" dirty="0"/>
              <a:t>All completed surveys are eligible for our sweepstakes to win a GitHub Copilot Pro+ one-year subscription.</a:t>
            </a:r>
          </a:p>
        </p:txBody>
      </p:sp>
      <p:pic>
        <p:nvPicPr>
          <p:cNvPr id="5" name="Picture 4">
            <a:extLst>
              <a:ext uri="{FF2B5EF4-FFF2-40B4-BE49-F238E27FC236}">
                <a16:creationId xmlns:a16="http://schemas.microsoft.com/office/drawing/2014/main" id="{5EE6183A-2FA5-8407-1C12-7BCBF1AF60A5}"/>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6675120" y="3240701"/>
            <a:ext cx="4937760" cy="4937760"/>
          </a:xfrm>
          <a:prstGeom prst="rect">
            <a:avLst/>
          </a:prstGeom>
        </p:spPr>
      </p:pic>
      <p:sp>
        <p:nvSpPr>
          <p:cNvPr id="6" name="TextBox 5">
            <a:extLst>
              <a:ext uri="{FF2B5EF4-FFF2-40B4-BE49-F238E27FC236}">
                <a16:creationId xmlns:a16="http://schemas.microsoft.com/office/drawing/2014/main" id="{27B12961-7168-3649-E820-26BC690871A4}"/>
              </a:ext>
            </a:extLst>
          </p:cNvPr>
          <p:cNvSpPr txBox="1"/>
          <p:nvPr/>
        </p:nvSpPr>
        <p:spPr>
          <a:xfrm>
            <a:off x="1333500" y="8915401"/>
            <a:ext cx="15621000" cy="507831"/>
          </a:xfrm>
          <a:prstGeom prst="rect">
            <a:avLst/>
          </a:prstGeom>
          <a:noFill/>
        </p:spPr>
        <p:txBody>
          <a:bodyPr vert="horz" rtlCol="0">
            <a:spAutoFit/>
          </a:bodyPr>
          <a:lstStyle/>
          <a:p>
            <a:pPr algn="ctr"/>
            <a:r>
              <a:rPr lang="en-US" sz="2700" u="sng">
                <a:hlinkClick r:id="rId3"/>
              </a:rPr>
              <a:t>https://aka.ms/githubcopilotdevdays/sweepstakes</a:t>
            </a:r>
            <a:endParaRPr lang="en-US" sz="2700" u="sng"/>
          </a:p>
        </p:txBody>
      </p:sp>
      <p:pic>
        <p:nvPicPr>
          <p:cNvPr id="4" name="Picture 3" descr="A blue and purple helmet with a yellow center&#10;&#10;AI-generated content may be incorrect.">
            <a:extLst>
              <a:ext uri="{FF2B5EF4-FFF2-40B4-BE49-F238E27FC236}">
                <a16:creationId xmlns:a16="http://schemas.microsoft.com/office/drawing/2014/main" id="{06CFF05D-4A1D-78B0-E362-CFBF6982775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20194762">
            <a:off x="1561328" y="4317730"/>
            <a:ext cx="3864467" cy="3864470"/>
          </a:xfrm>
          <a:prstGeom prst="rect">
            <a:avLst/>
          </a:prstGeom>
        </p:spPr>
      </p:pic>
    </p:spTree>
    <p:extLst>
      <p:ext uri="{BB962C8B-B14F-4D97-AF65-F5344CB8AC3E}">
        <p14:creationId xmlns:p14="http://schemas.microsoft.com/office/powerpoint/2010/main" val="200242595"/>
      </p:ext>
    </p:extLst>
  </p:cSld>
  <p:clrMapOvr>
    <a:masterClrMapping/>
  </p:clrMapOvr>
</p:sld>
</file>

<file path=ppt/theme/theme1.xml><?xml version="1.0" encoding="utf-8"?>
<a:theme xmlns:a="http://schemas.openxmlformats.org/drawingml/2006/main" name="Universe 25">
  <a:themeElements>
    <a:clrScheme name="Universe 2025">
      <a:dk1>
        <a:srgbClr val="000000"/>
      </a:dk1>
      <a:lt1>
        <a:srgbClr val="FFFFFF"/>
      </a:lt1>
      <a:dk2>
        <a:srgbClr val="E4EBE5"/>
      </a:dk2>
      <a:lt2>
        <a:srgbClr val="232824"/>
      </a:lt2>
      <a:accent1>
        <a:srgbClr val="BEFFD0"/>
      </a:accent1>
      <a:accent2>
        <a:srgbClr val="8BF1A6"/>
      </a:accent2>
      <a:accent3>
        <a:srgbClr val="5EEC83"/>
      </a:accent3>
      <a:accent4>
        <a:srgbClr val="087827"/>
      </a:accent4>
      <a:accent5>
        <a:srgbClr val="DBFF95"/>
      </a:accent5>
      <a:accent6>
        <a:srgbClr val="D3FA36"/>
      </a:accent6>
      <a:hlink>
        <a:srgbClr val="EEF6FC"/>
      </a:hlink>
      <a:folHlink>
        <a:srgbClr val="56CC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e 25" id="{EBCFF90B-FE23-4DF3-892D-7952A198CC3A}" vid="{44FF69D1-5BFF-4CF0-AEC7-1C55AA229DFB}"/>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GitHub Copilot Dev Days - CLI</Template>
  <TotalTime>2289</TotalTime>
  <Words>3054</Words>
  <Application>Microsoft Office PowerPoint</Application>
  <DocSecurity>0</DocSecurity>
  <PresentationFormat>Custom</PresentationFormat>
  <Paragraphs>376</Paragraphs>
  <Slides>27</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Aptos</vt:lpstr>
      <vt:lpstr>Arial</vt:lpstr>
      <vt:lpstr>Calibri</vt:lpstr>
      <vt:lpstr>Consolas</vt:lpstr>
      <vt:lpstr>Courier New</vt:lpstr>
      <vt:lpstr>Segoe UI Semibold</vt:lpstr>
      <vt:lpstr>Segoe UI Variable Display Semibold</vt:lpstr>
      <vt:lpstr>Universe 25</vt:lpstr>
      <vt:lpstr>GitHub Copilot  Dev Days</vt:lpstr>
      <vt:lpstr>PowerPoint Presentation</vt:lpstr>
      <vt:lpstr>Core Features</vt:lpstr>
      <vt:lpstr>Installation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Slash commands</vt:lpstr>
      <vt:lpstr>@ to mention files</vt:lpstr>
      <vt:lpstr>PowerPoint Presentation</vt:lpstr>
      <vt:lpstr>PowerPoint Presentation</vt:lpstr>
      <vt:lpstr>PowerPoint Presentation</vt:lpstr>
      <vt:lpstr>Built-in tools via MCP servers</vt:lpstr>
      <vt:lpstr>PowerPoint Presentation</vt:lpstr>
      <vt:lpstr>PowerPoint Presentation</vt:lpstr>
      <vt:lpstr>PowerPoint Presentation</vt:lpstr>
      <vt:lpstr>Subagents </vt:lpstr>
      <vt:lpstr>Context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Jim McKeeth</cp:lastModifiedBy>
  <cp:revision>13</cp:revision>
  <dcterms:created xsi:type="dcterms:W3CDTF">2026-05-05T20:39:35Z</dcterms:created>
  <dcterms:modified xsi:type="dcterms:W3CDTF">2026-05-09T05:01:17Z</dcterms:modified>
</cp:coreProperties>
</file>